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73"/>
  </p:notesMasterIdLst>
  <p:sldIdLst>
    <p:sldId id="435" r:id="rId2"/>
    <p:sldId id="512" r:id="rId3"/>
    <p:sldId id="513" r:id="rId4"/>
    <p:sldId id="514" r:id="rId5"/>
    <p:sldId id="511" r:id="rId6"/>
    <p:sldId id="434" r:id="rId7"/>
    <p:sldId id="501" r:id="rId8"/>
    <p:sldId id="502" r:id="rId9"/>
    <p:sldId id="430" r:id="rId10"/>
    <p:sldId id="445" r:id="rId11"/>
    <p:sldId id="432" r:id="rId12"/>
    <p:sldId id="431" r:id="rId13"/>
    <p:sldId id="433" r:id="rId14"/>
    <p:sldId id="436" r:id="rId15"/>
    <p:sldId id="437" r:id="rId16"/>
    <p:sldId id="444" r:id="rId17"/>
    <p:sldId id="441" r:id="rId18"/>
    <p:sldId id="439" r:id="rId19"/>
    <p:sldId id="472" r:id="rId20"/>
    <p:sldId id="408" r:id="rId21"/>
    <p:sldId id="447" r:id="rId22"/>
    <p:sldId id="440" r:id="rId23"/>
    <p:sldId id="438" r:id="rId24"/>
    <p:sldId id="446" r:id="rId25"/>
    <p:sldId id="442" r:id="rId26"/>
    <p:sldId id="443" r:id="rId27"/>
    <p:sldId id="448" r:id="rId28"/>
    <p:sldId id="450" r:id="rId29"/>
    <p:sldId id="516" r:id="rId30"/>
    <p:sldId id="517" r:id="rId31"/>
    <p:sldId id="451" r:id="rId32"/>
    <p:sldId id="453" r:id="rId33"/>
    <p:sldId id="475" r:id="rId34"/>
    <p:sldId id="456" r:id="rId35"/>
    <p:sldId id="457" r:id="rId36"/>
    <p:sldId id="476" r:id="rId37"/>
    <p:sldId id="471" r:id="rId38"/>
    <p:sldId id="458" r:id="rId39"/>
    <p:sldId id="459" r:id="rId40"/>
    <p:sldId id="474" r:id="rId41"/>
    <p:sldId id="460" r:id="rId42"/>
    <p:sldId id="461" r:id="rId43"/>
    <p:sldId id="470" r:id="rId44"/>
    <p:sldId id="462" r:id="rId45"/>
    <p:sldId id="464" r:id="rId46"/>
    <p:sldId id="465" r:id="rId47"/>
    <p:sldId id="466" r:id="rId48"/>
    <p:sldId id="467" r:id="rId49"/>
    <p:sldId id="468" r:id="rId50"/>
    <p:sldId id="469" r:id="rId51"/>
    <p:sldId id="473" r:id="rId52"/>
    <p:sldId id="489" r:id="rId53"/>
    <p:sldId id="490" r:id="rId54"/>
    <p:sldId id="492" r:id="rId55"/>
    <p:sldId id="491" r:id="rId56"/>
    <p:sldId id="493" r:id="rId57"/>
    <p:sldId id="494" r:id="rId58"/>
    <p:sldId id="496" r:id="rId59"/>
    <p:sldId id="497" r:id="rId60"/>
    <p:sldId id="499" r:id="rId61"/>
    <p:sldId id="478" r:id="rId62"/>
    <p:sldId id="481" r:id="rId63"/>
    <p:sldId id="482" r:id="rId64"/>
    <p:sldId id="503" r:id="rId65"/>
    <p:sldId id="505" r:id="rId66"/>
    <p:sldId id="507" r:id="rId67"/>
    <p:sldId id="506" r:id="rId68"/>
    <p:sldId id="508" r:id="rId69"/>
    <p:sldId id="509" r:id="rId70"/>
    <p:sldId id="510" r:id="rId71"/>
    <p:sldId id="495"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84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FB6305-461D-40CA-BF65-11CB5173714E}" v="70" dt="2025-03-26T10:25:38.6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1820" autoAdjust="0"/>
  </p:normalViewPr>
  <p:slideViewPr>
    <p:cSldViewPr snapToGrid="0">
      <p:cViewPr varScale="1">
        <p:scale>
          <a:sx n="43" d="100"/>
          <a:sy n="43" d="100"/>
        </p:scale>
        <p:origin x="190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良铁 钱" userId="cefd365519406695" providerId="LiveId" clId="{A8EC6F7A-1064-463D-95F7-A643971DCD88}"/>
    <pc:docChg chg="undo custSel addSld delSld modSld sldOrd">
      <pc:chgData name="良铁 钱" userId="cefd365519406695" providerId="LiveId" clId="{A8EC6F7A-1064-463D-95F7-A643971DCD88}" dt="2024-11-07T10:32:22.177" v="1401"/>
      <pc:docMkLst>
        <pc:docMk/>
      </pc:docMkLst>
      <pc:sldChg chg="addSp modSp del mod">
        <pc:chgData name="良铁 钱" userId="cefd365519406695" providerId="LiveId" clId="{A8EC6F7A-1064-463D-95F7-A643971DCD88}" dt="2024-11-07T08:01:37.196" v="758" actId="47"/>
        <pc:sldMkLst>
          <pc:docMk/>
          <pc:sldMk cId="3183704229" sldId="351"/>
        </pc:sldMkLst>
      </pc:sldChg>
      <pc:sldChg chg="addSp delSp modSp mod">
        <pc:chgData name="良铁 钱" userId="cefd365519406695" providerId="LiveId" clId="{A8EC6F7A-1064-463D-95F7-A643971DCD88}" dt="2024-11-07T10:29:04.495" v="1332"/>
        <pc:sldMkLst>
          <pc:docMk/>
          <pc:sldMk cId="613746706" sldId="352"/>
        </pc:sldMkLst>
      </pc:sldChg>
      <pc:sldChg chg="addSp delSp modSp mod">
        <pc:chgData name="良铁 钱" userId="cefd365519406695" providerId="LiveId" clId="{A8EC6F7A-1064-463D-95F7-A643971DCD88}" dt="2024-11-07T10:29:40.390" v="1336"/>
        <pc:sldMkLst>
          <pc:docMk/>
          <pc:sldMk cId="3546368685" sldId="353"/>
        </pc:sldMkLst>
      </pc:sldChg>
      <pc:sldChg chg="addSp delSp modSp del mod">
        <pc:chgData name="良铁 钱" userId="cefd365519406695" providerId="LiveId" clId="{A8EC6F7A-1064-463D-95F7-A643971DCD88}" dt="2024-11-07T10:29:33.817" v="1334" actId="47"/>
        <pc:sldMkLst>
          <pc:docMk/>
          <pc:sldMk cId="3243697491" sldId="354"/>
        </pc:sldMkLst>
      </pc:sldChg>
      <pc:sldChg chg="addSp delSp modSp mod">
        <pc:chgData name="良铁 钱" userId="cefd365519406695" providerId="LiveId" clId="{A8EC6F7A-1064-463D-95F7-A643971DCD88}" dt="2024-11-07T10:30:36.595" v="1344"/>
        <pc:sldMkLst>
          <pc:docMk/>
          <pc:sldMk cId="1917531233" sldId="355"/>
        </pc:sldMkLst>
      </pc:sldChg>
      <pc:sldChg chg="addSp delSp modSp mod">
        <pc:chgData name="良铁 钱" userId="cefd365519406695" providerId="LiveId" clId="{A8EC6F7A-1064-463D-95F7-A643971DCD88}" dt="2024-11-07T10:32:22.177" v="1401"/>
        <pc:sldMkLst>
          <pc:docMk/>
          <pc:sldMk cId="624600636" sldId="356"/>
        </pc:sldMkLst>
      </pc:sldChg>
      <pc:sldChg chg="addSp delSp modSp new mod">
        <pc:chgData name="良铁 钱" userId="cefd365519406695" providerId="LiveId" clId="{A8EC6F7A-1064-463D-95F7-A643971DCD88}" dt="2024-11-07T10:27:30.245" v="1311" actId="1076"/>
        <pc:sldMkLst>
          <pc:docMk/>
          <pc:sldMk cId="2457193837" sldId="357"/>
        </pc:sldMkLst>
      </pc:sldChg>
      <pc:sldChg chg="modSp add mod ord">
        <pc:chgData name="良铁 钱" userId="cefd365519406695" providerId="LiveId" clId="{A8EC6F7A-1064-463D-95F7-A643971DCD88}" dt="2024-11-07T10:28:30.947" v="1328" actId="20577"/>
        <pc:sldMkLst>
          <pc:docMk/>
          <pc:sldMk cId="4184522629" sldId="358"/>
        </pc:sldMkLst>
      </pc:sldChg>
      <pc:sldChg chg="new del">
        <pc:chgData name="良铁 钱" userId="cefd365519406695" providerId="LiveId" clId="{A8EC6F7A-1064-463D-95F7-A643971DCD88}" dt="2024-11-07T07:51:17.689" v="244" actId="47"/>
        <pc:sldMkLst>
          <pc:docMk/>
          <pc:sldMk cId="2723484254" sldId="359"/>
        </pc:sldMkLst>
      </pc:sldChg>
      <pc:sldChg chg="addSp delSp modSp add mod">
        <pc:chgData name="良铁 钱" userId="cefd365519406695" providerId="LiveId" clId="{A8EC6F7A-1064-463D-95F7-A643971DCD88}" dt="2024-11-07T10:28:25.474" v="1324" actId="20577"/>
        <pc:sldMkLst>
          <pc:docMk/>
          <pc:sldMk cId="3254434026" sldId="359"/>
        </pc:sldMkLst>
      </pc:sldChg>
      <pc:sldChg chg="modSp add mod">
        <pc:chgData name="良铁 钱" userId="cefd365519406695" providerId="LiveId" clId="{A8EC6F7A-1064-463D-95F7-A643971DCD88}" dt="2024-11-07T10:30:20.073" v="1341" actId="1076"/>
        <pc:sldMkLst>
          <pc:docMk/>
          <pc:sldMk cId="4026317842" sldId="360"/>
        </pc:sldMkLst>
      </pc:sldChg>
      <pc:sldChg chg="modSp add mod">
        <pc:chgData name="良铁 钱" userId="cefd365519406695" providerId="LiveId" clId="{A8EC6F7A-1064-463D-95F7-A643971DCD88}" dt="2024-11-07T10:32:05.438" v="1398"/>
        <pc:sldMkLst>
          <pc:docMk/>
          <pc:sldMk cId="1619015268" sldId="361"/>
        </pc:sldMkLst>
      </pc:sldChg>
    </pc:docChg>
  </pc:docChgLst>
  <pc:docChgLst>
    <pc:chgData name="Ethan Chien" userId="cefd365519406695" providerId="LiveId" clId="{DF34027B-B24C-418E-B8E2-8FC2927D1B52}"/>
    <pc:docChg chg="undo custSel modSld">
      <pc:chgData name="Ethan Chien" userId="cefd365519406695" providerId="LiveId" clId="{DF34027B-B24C-418E-B8E2-8FC2927D1B52}" dt="2025-03-24T18:15:18.138" v="4" actId="20577"/>
      <pc:docMkLst>
        <pc:docMk/>
      </pc:docMkLst>
      <pc:sldChg chg="modSp mod">
        <pc:chgData name="Ethan Chien" userId="cefd365519406695" providerId="LiveId" clId="{DF34027B-B24C-418E-B8E2-8FC2927D1B52}" dt="2025-03-24T18:15:18.138" v="4" actId="20577"/>
        <pc:sldMkLst>
          <pc:docMk/>
          <pc:sldMk cId="2673136178" sldId="473"/>
        </pc:sldMkLst>
        <pc:spChg chg="mod">
          <ac:chgData name="Ethan Chien" userId="cefd365519406695" providerId="LiveId" clId="{DF34027B-B24C-418E-B8E2-8FC2927D1B52}" dt="2025-03-24T18:15:18.138" v="4" actId="20577"/>
          <ac:spMkLst>
            <pc:docMk/>
            <pc:sldMk cId="2673136178" sldId="473"/>
            <ac:spMk id="7" creationId="{31E28A93-0393-751F-F89A-077CF92DB1B4}"/>
          </ac:spMkLst>
        </pc:spChg>
      </pc:sldChg>
    </pc:docChg>
  </pc:docChgLst>
  <pc:docChgLst>
    <pc:chgData name="钱 良铁" userId="cefd365519406695" providerId="LiveId" clId="{D8E5893A-3690-4303-A723-892153303E2A}"/>
    <pc:docChg chg="undo custSel addSld delSld modSld">
      <pc:chgData name="钱 良铁" userId="cefd365519406695" providerId="LiveId" clId="{D8E5893A-3690-4303-A723-892153303E2A}" dt="2024-11-07T15:00:30.361" v="9" actId="20577"/>
      <pc:docMkLst>
        <pc:docMk/>
      </pc:docMkLst>
      <pc:sldChg chg="modSp mod">
        <pc:chgData name="钱 良铁" userId="cefd365519406695" providerId="LiveId" clId="{D8E5893A-3690-4303-A723-892153303E2A}" dt="2024-11-07T15:00:30.361" v="9" actId="20577"/>
        <pc:sldMkLst>
          <pc:docMk/>
          <pc:sldMk cId="3254434026" sldId="359"/>
        </pc:sldMkLst>
      </pc:sldChg>
      <pc:sldChg chg="addSp modSp new del mod modAnim">
        <pc:chgData name="钱 良铁" userId="cefd365519406695" providerId="LiveId" clId="{D8E5893A-3690-4303-A723-892153303E2A}" dt="2024-11-05T15:10:12.893" v="3" actId="2696"/>
        <pc:sldMkLst>
          <pc:docMk/>
          <pc:sldMk cId="3629515894" sldId="359"/>
        </pc:sldMkLst>
      </pc:sldChg>
    </pc:docChg>
  </pc:docChgLst>
  <pc:docChgLst>
    <pc:chgData name="Ethan Chien" userId="cefd365519406695" providerId="LiveId" clId="{E5FB6305-461D-40CA-BF65-11CB5173714E}"/>
    <pc:docChg chg="undo custSel addSld delSld modSld">
      <pc:chgData name="Ethan Chien" userId="cefd365519406695" providerId="LiveId" clId="{E5FB6305-461D-40CA-BF65-11CB5173714E}" dt="2025-03-26T10:25:41.786" v="222" actId="1076"/>
      <pc:docMkLst>
        <pc:docMk/>
      </pc:docMkLst>
      <pc:sldChg chg="modNotesTx">
        <pc:chgData name="Ethan Chien" userId="cefd365519406695" providerId="LiveId" clId="{E5FB6305-461D-40CA-BF65-11CB5173714E}" dt="2025-03-26T09:38:32.046" v="39" actId="20577"/>
        <pc:sldMkLst>
          <pc:docMk/>
          <pc:sldMk cId="2229968726" sldId="435"/>
        </pc:sldMkLst>
      </pc:sldChg>
      <pc:sldChg chg="modSp add mod">
        <pc:chgData name="Ethan Chien" userId="cefd365519406695" providerId="LiveId" clId="{E5FB6305-461D-40CA-BF65-11CB5173714E}" dt="2025-03-26T10:10:00.725" v="45"/>
        <pc:sldMkLst>
          <pc:docMk/>
          <pc:sldMk cId="403282458" sldId="477"/>
        </pc:sldMkLst>
        <pc:spChg chg="mod">
          <ac:chgData name="Ethan Chien" userId="cefd365519406695" providerId="LiveId" clId="{E5FB6305-461D-40CA-BF65-11CB5173714E}" dt="2025-03-26T10:10:00.725" v="45"/>
          <ac:spMkLst>
            <pc:docMk/>
            <pc:sldMk cId="403282458" sldId="477"/>
            <ac:spMk id="2" creationId="{1B1F387D-F8AC-B8B4-297C-7343A8AAE70C}"/>
          </ac:spMkLst>
        </pc:spChg>
      </pc:sldChg>
      <pc:sldChg chg="modSp add mod">
        <pc:chgData name="Ethan Chien" userId="cefd365519406695" providerId="LiveId" clId="{E5FB6305-461D-40CA-BF65-11CB5173714E}" dt="2025-03-26T10:13:33.289" v="157" actId="14100"/>
        <pc:sldMkLst>
          <pc:docMk/>
          <pc:sldMk cId="771654110" sldId="478"/>
        </pc:sldMkLst>
        <pc:spChg chg="mod">
          <ac:chgData name="Ethan Chien" userId="cefd365519406695" providerId="LiveId" clId="{E5FB6305-461D-40CA-BF65-11CB5173714E}" dt="2025-03-26T10:13:33.289" v="157" actId="14100"/>
          <ac:spMkLst>
            <pc:docMk/>
            <pc:sldMk cId="771654110" sldId="478"/>
            <ac:spMk id="2" creationId="{20A934E1-35F8-E013-28EF-29AF6C9775C0}"/>
          </ac:spMkLst>
        </pc:spChg>
      </pc:sldChg>
      <pc:sldChg chg="modSp new mod">
        <pc:chgData name="Ethan Chien" userId="cefd365519406695" providerId="LiveId" clId="{E5FB6305-461D-40CA-BF65-11CB5173714E}" dt="2025-03-26T10:12:19.730" v="73" actId="20577"/>
        <pc:sldMkLst>
          <pc:docMk/>
          <pc:sldMk cId="3229879203" sldId="479"/>
        </pc:sldMkLst>
        <pc:spChg chg="mod">
          <ac:chgData name="Ethan Chien" userId="cefd365519406695" providerId="LiveId" clId="{E5FB6305-461D-40CA-BF65-11CB5173714E}" dt="2025-03-26T10:12:19.730" v="73" actId="20577"/>
          <ac:spMkLst>
            <pc:docMk/>
            <pc:sldMk cId="3229879203" sldId="479"/>
            <ac:spMk id="2" creationId="{32D6DACB-7B81-CD3D-F575-CBAA02E5D392}"/>
          </ac:spMkLst>
        </pc:spChg>
      </pc:sldChg>
      <pc:sldChg chg="modSp add mod">
        <pc:chgData name="Ethan Chien" userId="cefd365519406695" providerId="LiveId" clId="{E5FB6305-461D-40CA-BF65-11CB5173714E}" dt="2025-03-26T10:12:29.417" v="91" actId="20577"/>
        <pc:sldMkLst>
          <pc:docMk/>
          <pc:sldMk cId="3075795838" sldId="480"/>
        </pc:sldMkLst>
        <pc:spChg chg="mod">
          <ac:chgData name="Ethan Chien" userId="cefd365519406695" providerId="LiveId" clId="{E5FB6305-461D-40CA-BF65-11CB5173714E}" dt="2025-03-26T10:12:29.417" v="91" actId="20577"/>
          <ac:spMkLst>
            <pc:docMk/>
            <pc:sldMk cId="3075795838" sldId="480"/>
            <ac:spMk id="2" creationId="{8FEDC73C-CE35-804C-90C0-382A5058C893}"/>
          </ac:spMkLst>
        </pc:spChg>
      </pc:sldChg>
      <pc:sldChg chg="modSp add mod">
        <pc:chgData name="Ethan Chien" userId="cefd365519406695" providerId="LiveId" clId="{E5FB6305-461D-40CA-BF65-11CB5173714E}" dt="2025-03-26T10:12:50.347" v="122" actId="20577"/>
        <pc:sldMkLst>
          <pc:docMk/>
          <pc:sldMk cId="202052044" sldId="481"/>
        </pc:sldMkLst>
        <pc:spChg chg="mod">
          <ac:chgData name="Ethan Chien" userId="cefd365519406695" providerId="LiveId" clId="{E5FB6305-461D-40CA-BF65-11CB5173714E}" dt="2025-03-26T10:12:50.347" v="122" actId="20577"/>
          <ac:spMkLst>
            <pc:docMk/>
            <pc:sldMk cId="202052044" sldId="481"/>
            <ac:spMk id="2" creationId="{580DCA03-103D-891C-3815-52AF3879C521}"/>
          </ac:spMkLst>
        </pc:spChg>
      </pc:sldChg>
      <pc:sldChg chg="modSp add mod">
        <pc:chgData name="Ethan Chien" userId="cefd365519406695" providerId="LiveId" clId="{E5FB6305-461D-40CA-BF65-11CB5173714E}" dt="2025-03-26T10:13:16.003" v="149" actId="313"/>
        <pc:sldMkLst>
          <pc:docMk/>
          <pc:sldMk cId="2519607410" sldId="482"/>
        </pc:sldMkLst>
        <pc:spChg chg="mod">
          <ac:chgData name="Ethan Chien" userId="cefd365519406695" providerId="LiveId" clId="{E5FB6305-461D-40CA-BF65-11CB5173714E}" dt="2025-03-26T10:13:16.003" v="149" actId="313"/>
          <ac:spMkLst>
            <pc:docMk/>
            <pc:sldMk cId="2519607410" sldId="482"/>
            <ac:spMk id="2" creationId="{76F401DD-94DF-0BB3-6B18-A49E1FCA03AE}"/>
          </ac:spMkLst>
        </pc:spChg>
      </pc:sldChg>
      <pc:sldChg chg="modSp add mod modNotesTx">
        <pc:chgData name="Ethan Chien" userId="cefd365519406695" providerId="LiveId" clId="{E5FB6305-461D-40CA-BF65-11CB5173714E}" dt="2025-03-26T10:16:14.697" v="172" actId="14100"/>
        <pc:sldMkLst>
          <pc:docMk/>
          <pc:sldMk cId="2778355596" sldId="483"/>
        </pc:sldMkLst>
        <pc:spChg chg="mod">
          <ac:chgData name="Ethan Chien" userId="cefd365519406695" providerId="LiveId" clId="{E5FB6305-461D-40CA-BF65-11CB5173714E}" dt="2025-03-26T10:16:14.697" v="172" actId="14100"/>
          <ac:spMkLst>
            <pc:docMk/>
            <pc:sldMk cId="2778355596" sldId="483"/>
            <ac:spMk id="2" creationId="{3C24C12B-70B4-F243-4268-9DB0A3AAF35C}"/>
          </ac:spMkLst>
        </pc:spChg>
      </pc:sldChg>
      <pc:sldChg chg="addSp delSp modSp add mod">
        <pc:chgData name="Ethan Chien" userId="cefd365519406695" providerId="LiveId" clId="{E5FB6305-461D-40CA-BF65-11CB5173714E}" dt="2025-03-26T10:22:40.961" v="209" actId="1076"/>
        <pc:sldMkLst>
          <pc:docMk/>
          <pc:sldMk cId="871490504" sldId="484"/>
        </pc:sldMkLst>
        <pc:spChg chg="mod">
          <ac:chgData name="Ethan Chien" userId="cefd365519406695" providerId="LiveId" clId="{E5FB6305-461D-40CA-BF65-11CB5173714E}" dt="2025-03-26T10:16:49.565" v="180"/>
          <ac:spMkLst>
            <pc:docMk/>
            <pc:sldMk cId="871490504" sldId="484"/>
            <ac:spMk id="2" creationId="{877A5447-DDE4-AB56-E320-4573D5E88B5B}"/>
          </ac:spMkLst>
        </pc:spChg>
        <pc:picChg chg="add del mod">
          <ac:chgData name="Ethan Chien" userId="cefd365519406695" providerId="LiveId" clId="{E5FB6305-461D-40CA-BF65-11CB5173714E}" dt="2025-03-26T10:20:39.876" v="198" actId="478"/>
          <ac:picMkLst>
            <pc:docMk/>
            <pc:sldMk cId="871490504" sldId="484"/>
            <ac:picMk id="4" creationId="{EAD8A800-8D9E-B633-35DA-7DF025241074}"/>
          </ac:picMkLst>
        </pc:picChg>
        <pc:picChg chg="add del">
          <ac:chgData name="Ethan Chien" userId="cefd365519406695" providerId="LiveId" clId="{E5FB6305-461D-40CA-BF65-11CB5173714E}" dt="2025-03-26T10:20:43.197" v="200" actId="22"/>
          <ac:picMkLst>
            <pc:docMk/>
            <pc:sldMk cId="871490504" sldId="484"/>
            <ac:picMk id="6" creationId="{AF462CB8-A88B-D1CC-A4E2-23FAF9207C35}"/>
          </ac:picMkLst>
        </pc:picChg>
        <pc:picChg chg="add mod">
          <ac:chgData name="Ethan Chien" userId="cefd365519406695" providerId="LiveId" clId="{E5FB6305-461D-40CA-BF65-11CB5173714E}" dt="2025-03-26T10:22:02.986" v="205" actId="1076"/>
          <ac:picMkLst>
            <pc:docMk/>
            <pc:sldMk cId="871490504" sldId="484"/>
            <ac:picMk id="8" creationId="{27CA15FF-F390-4062-3D2C-78C89AAB4F6A}"/>
          </ac:picMkLst>
        </pc:picChg>
        <pc:picChg chg="add mod">
          <ac:chgData name="Ethan Chien" userId="cefd365519406695" providerId="LiveId" clId="{E5FB6305-461D-40CA-BF65-11CB5173714E}" dt="2025-03-26T10:22:40.961" v="209" actId="1076"/>
          <ac:picMkLst>
            <pc:docMk/>
            <pc:sldMk cId="871490504" sldId="484"/>
            <ac:picMk id="10" creationId="{EFDFBAD8-0691-F0EF-F10B-EE4952FCDBBC}"/>
          </ac:picMkLst>
        </pc:picChg>
      </pc:sldChg>
      <pc:sldChg chg="modSp add mod">
        <pc:chgData name="Ethan Chien" userId="cefd365519406695" providerId="LiveId" clId="{E5FB6305-461D-40CA-BF65-11CB5173714E}" dt="2025-03-26T10:16:56.400" v="184"/>
        <pc:sldMkLst>
          <pc:docMk/>
          <pc:sldMk cId="490633817" sldId="485"/>
        </pc:sldMkLst>
        <pc:spChg chg="mod">
          <ac:chgData name="Ethan Chien" userId="cefd365519406695" providerId="LiveId" clId="{E5FB6305-461D-40CA-BF65-11CB5173714E}" dt="2025-03-26T10:16:56.400" v="184"/>
          <ac:spMkLst>
            <pc:docMk/>
            <pc:sldMk cId="490633817" sldId="485"/>
            <ac:spMk id="2" creationId="{81081F44-8B3D-57B2-E613-4841C52737D2}"/>
          </ac:spMkLst>
        </pc:spChg>
      </pc:sldChg>
      <pc:sldChg chg="addSp delSp modSp add mod">
        <pc:chgData name="Ethan Chien" userId="cefd365519406695" providerId="LiveId" clId="{E5FB6305-461D-40CA-BF65-11CB5173714E}" dt="2025-03-26T10:25:31.393" v="220" actId="21"/>
        <pc:sldMkLst>
          <pc:docMk/>
          <pc:sldMk cId="2250559554" sldId="486"/>
        </pc:sldMkLst>
        <pc:spChg chg="mod">
          <ac:chgData name="Ethan Chien" userId="cefd365519406695" providerId="LiveId" clId="{E5FB6305-461D-40CA-BF65-11CB5173714E}" dt="2025-03-26T10:17:17.079" v="188"/>
          <ac:spMkLst>
            <pc:docMk/>
            <pc:sldMk cId="2250559554" sldId="486"/>
            <ac:spMk id="2" creationId="{57EA9816-9733-7A00-4720-959547408253}"/>
          </ac:spMkLst>
        </pc:spChg>
        <pc:spChg chg="add del mod">
          <ac:chgData name="Ethan Chien" userId="cefd365519406695" providerId="LiveId" clId="{E5FB6305-461D-40CA-BF65-11CB5173714E}" dt="2025-03-26T10:25:31.393" v="220" actId="21"/>
          <ac:spMkLst>
            <pc:docMk/>
            <pc:sldMk cId="2250559554" sldId="486"/>
            <ac:spMk id="4" creationId="{4D3AF6D5-6C97-9E55-2130-C3648A6BD036}"/>
          </ac:spMkLst>
        </pc:spChg>
      </pc:sldChg>
      <pc:sldChg chg="modSp add mod">
        <pc:chgData name="Ethan Chien" userId="cefd365519406695" providerId="LiveId" clId="{E5FB6305-461D-40CA-BF65-11CB5173714E}" dt="2025-03-26T10:17:28.080" v="192"/>
        <pc:sldMkLst>
          <pc:docMk/>
          <pc:sldMk cId="2571671091" sldId="487"/>
        </pc:sldMkLst>
        <pc:spChg chg="mod">
          <ac:chgData name="Ethan Chien" userId="cefd365519406695" providerId="LiveId" clId="{E5FB6305-461D-40CA-BF65-11CB5173714E}" dt="2025-03-26T10:17:28.080" v="192"/>
          <ac:spMkLst>
            <pc:docMk/>
            <pc:sldMk cId="2571671091" sldId="487"/>
            <ac:spMk id="2" creationId="{ED59842B-D310-D10A-8ACC-48FCBEF9AB3E}"/>
          </ac:spMkLst>
        </pc:spChg>
      </pc:sldChg>
      <pc:sldChg chg="addSp modSp add mod">
        <pc:chgData name="Ethan Chien" userId="cefd365519406695" providerId="LiveId" clId="{E5FB6305-461D-40CA-BF65-11CB5173714E}" dt="2025-03-26T10:25:41.786" v="222" actId="1076"/>
        <pc:sldMkLst>
          <pc:docMk/>
          <pc:sldMk cId="468714870" sldId="488"/>
        </pc:sldMkLst>
        <pc:spChg chg="mod">
          <ac:chgData name="Ethan Chien" userId="cefd365519406695" providerId="LiveId" clId="{E5FB6305-461D-40CA-BF65-11CB5173714E}" dt="2025-03-26T10:25:18.693" v="215"/>
          <ac:spMkLst>
            <pc:docMk/>
            <pc:sldMk cId="468714870" sldId="488"/>
            <ac:spMk id="2" creationId="{E796237C-0516-8716-5A11-99CA6106564B}"/>
          </ac:spMkLst>
        </pc:spChg>
        <pc:spChg chg="add mod">
          <ac:chgData name="Ethan Chien" userId="cefd365519406695" providerId="LiveId" clId="{E5FB6305-461D-40CA-BF65-11CB5173714E}" dt="2025-03-26T10:25:41.786" v="222" actId="1076"/>
          <ac:spMkLst>
            <pc:docMk/>
            <pc:sldMk cId="468714870" sldId="488"/>
            <ac:spMk id="4" creationId="{4D3AF6D5-6C97-9E55-2130-C3648A6BD036}"/>
          </ac:spMkLst>
        </pc:spChg>
      </pc:sldChg>
      <pc:sldChg chg="add del">
        <pc:chgData name="Ethan Chien" userId="cefd365519406695" providerId="LiveId" clId="{E5FB6305-461D-40CA-BF65-11CB5173714E}" dt="2025-03-26T10:25:24.122" v="217"/>
        <pc:sldMkLst>
          <pc:docMk/>
          <pc:sldMk cId="1963251773" sldId="4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2187A-B1F8-40A6-838C-DB21F0C42552}" type="datetimeFigureOut">
              <a:rPr lang="en-US" smtClean="0"/>
              <a:t>3/27/2025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3BF60C-4030-4F76-AC90-A9D2F9209219}" type="slidenum">
              <a:rPr lang="en-US" smtClean="0"/>
              <a:t>‹#›</a:t>
            </a:fld>
            <a:endParaRPr lang="en-US"/>
          </a:p>
        </p:txBody>
      </p:sp>
    </p:spTree>
    <p:extLst>
      <p:ext uri="{BB962C8B-B14F-4D97-AF65-F5344CB8AC3E}">
        <p14:creationId xmlns:p14="http://schemas.microsoft.com/office/powerpoint/2010/main" val="1979704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conan.io/downloads.html" TargetMode="External"/><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hyperlink" Target="https://conan.io/center"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众所周知，一本书看了目录那就是看过了</a:t>
            </a:r>
            <a:endParaRPr lang="en-US" dirty="0"/>
          </a:p>
        </p:txBody>
      </p:sp>
      <p:sp>
        <p:nvSpPr>
          <p:cNvPr id="4" name="Slide Number Placeholder 3"/>
          <p:cNvSpPr>
            <a:spLocks noGrp="1"/>
          </p:cNvSpPr>
          <p:nvPr>
            <p:ph type="sldNum" sz="quarter" idx="5"/>
          </p:nvPr>
        </p:nvSpPr>
        <p:spPr/>
        <p:txBody>
          <a:bodyPr/>
          <a:lstStyle/>
          <a:p>
            <a:fld id="{DC3BF60C-4030-4F76-AC90-A9D2F9209219}" type="slidenum">
              <a:rPr lang="en-US" smtClean="0"/>
              <a:t>1</a:t>
            </a:fld>
            <a:endParaRPr lang="en-US"/>
          </a:p>
        </p:txBody>
      </p:sp>
    </p:spTree>
    <p:extLst>
      <p:ext uri="{BB962C8B-B14F-4D97-AF65-F5344CB8AC3E}">
        <p14:creationId xmlns:p14="http://schemas.microsoft.com/office/powerpoint/2010/main" val="1415853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27F94-C3E2-E678-0CA3-27460667E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2CC96-C4A4-D032-70BC-64497F82E3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7963BB-A072-3546-3921-7149C0C49B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F3E5E1-B19D-7DE7-DD39-7EC9C0D1D960}"/>
              </a:ext>
            </a:extLst>
          </p:cNvPr>
          <p:cNvSpPr>
            <a:spLocks noGrp="1"/>
          </p:cNvSpPr>
          <p:nvPr>
            <p:ph type="sldNum" sz="quarter" idx="5"/>
          </p:nvPr>
        </p:nvSpPr>
        <p:spPr/>
        <p:txBody>
          <a:bodyPr/>
          <a:lstStyle/>
          <a:p>
            <a:fld id="{DC3BF60C-4030-4F76-AC90-A9D2F9209219}" type="slidenum">
              <a:rPr lang="en-US" smtClean="0"/>
              <a:t>2</a:t>
            </a:fld>
            <a:endParaRPr lang="en-US"/>
          </a:p>
        </p:txBody>
      </p:sp>
    </p:spTree>
    <p:extLst>
      <p:ext uri="{BB962C8B-B14F-4D97-AF65-F5344CB8AC3E}">
        <p14:creationId xmlns:p14="http://schemas.microsoft.com/office/powerpoint/2010/main" val="2070656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07D44-5B11-7494-FEC3-A44825E6E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86163-77EA-43DE-10C9-A71D773DA2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2E7DF4-881E-8DBD-A96A-91DC774E6378}"/>
              </a:ext>
            </a:extLst>
          </p:cNvPr>
          <p:cNvSpPr>
            <a:spLocks noGrp="1"/>
          </p:cNvSpPr>
          <p:nvPr>
            <p:ph type="body" idx="1"/>
          </p:nvPr>
        </p:nvSpPr>
        <p:spPr/>
        <p:txBody>
          <a:bodyPr/>
          <a:lstStyle/>
          <a:p>
            <a:pPr>
              <a:buNone/>
            </a:pPr>
            <a:r>
              <a:rPr lang="en-US" altLang="zh-CN" b="1" dirty="0"/>
              <a:t>KiCad </a:t>
            </a:r>
            <a:r>
              <a:rPr lang="zh-CN" altLang="en-US" b="1" dirty="0"/>
              <a:t>的故事</a:t>
            </a:r>
          </a:p>
          <a:p>
            <a:pPr>
              <a:buNone/>
            </a:pPr>
            <a:r>
              <a:rPr lang="en-US" altLang="zh-CN" dirty="0"/>
              <a:t>Jean</a:t>
            </a:r>
            <a:r>
              <a:rPr lang="zh-CN" altLang="en-US" dirty="0"/>
              <a:t>是 </a:t>
            </a:r>
            <a:r>
              <a:rPr lang="en-US" altLang="zh-CN" dirty="0"/>
              <a:t>KiCad </a:t>
            </a:r>
            <a:r>
              <a:rPr lang="zh-CN" altLang="en-US" dirty="0"/>
              <a:t>的创始人，他当时在法国格勒诺布尔的 </a:t>
            </a:r>
            <a:r>
              <a:rPr lang="en-US" altLang="zh-CN" dirty="0"/>
              <a:t>GIPSA </a:t>
            </a:r>
            <a:r>
              <a:rPr lang="zh-CN" altLang="en-US" dirty="0"/>
              <a:t>研究小组工作。</a:t>
            </a:r>
            <a:r>
              <a:rPr lang="en-US" altLang="zh-CN" dirty="0"/>
              <a:t>1992 </a:t>
            </a:r>
            <a:r>
              <a:rPr lang="zh-CN" altLang="en-US" dirty="0"/>
              <a:t>年，他想学习 </a:t>
            </a:r>
            <a:r>
              <a:rPr lang="en-US" altLang="zh-CN" dirty="0"/>
              <a:t>C++</a:t>
            </a:r>
            <a:r>
              <a:rPr lang="zh-CN" altLang="en-US" dirty="0"/>
              <a:t>，于是决定尝试开发一个电子绘图程序。这个兴趣项目最终发展成了 </a:t>
            </a:r>
            <a:r>
              <a:rPr lang="en-US" altLang="zh-CN" dirty="0"/>
              <a:t>KiCad</a:t>
            </a:r>
            <a:r>
              <a:rPr lang="zh-CN" altLang="en-US" dirty="0"/>
              <a:t>。</a:t>
            </a:r>
          </a:p>
          <a:p>
            <a:pPr>
              <a:buNone/>
            </a:pPr>
            <a:r>
              <a:rPr lang="en-US" altLang="zh-CN" dirty="0"/>
              <a:t>2006 </a:t>
            </a:r>
            <a:r>
              <a:rPr lang="zh-CN" altLang="en-US" dirty="0"/>
              <a:t>年，</a:t>
            </a:r>
            <a:r>
              <a:rPr lang="en-US" altLang="zh-CN" dirty="0"/>
              <a:t>Wayne </a:t>
            </a:r>
            <a:r>
              <a:rPr lang="zh-CN" altLang="en-US" dirty="0"/>
              <a:t>加入了该项目。起初，他只是个人使用 </a:t>
            </a:r>
            <a:r>
              <a:rPr lang="en-US" altLang="zh-CN" dirty="0"/>
              <a:t>KiCad</a:t>
            </a:r>
            <a:r>
              <a:rPr lang="zh-CN" altLang="en-US" dirty="0"/>
              <a:t>，后来开始向 </a:t>
            </a:r>
            <a:r>
              <a:rPr lang="en-US" altLang="zh-CN" dirty="0"/>
              <a:t>Jean </a:t>
            </a:r>
            <a:r>
              <a:rPr lang="zh-CN" altLang="en-US" dirty="0"/>
              <a:t>直接提交补丁，为项目做出贡献。随着时间的推移，他成为了 </a:t>
            </a:r>
            <a:r>
              <a:rPr lang="en-US" altLang="zh-CN" dirty="0"/>
              <a:t>KiCad </a:t>
            </a:r>
            <a:r>
              <a:rPr lang="zh-CN" altLang="en-US" dirty="0"/>
              <a:t>的项目经理，如今这已成为他的全职工作。</a:t>
            </a:r>
          </a:p>
          <a:p>
            <a:pPr>
              <a:buNone/>
            </a:pPr>
            <a:r>
              <a:rPr lang="en-US" altLang="zh-CN" dirty="0"/>
              <a:t>2013 </a:t>
            </a:r>
            <a:r>
              <a:rPr lang="zh-CN" altLang="en-US" dirty="0"/>
              <a:t>年，</a:t>
            </a:r>
            <a:r>
              <a:rPr lang="en-US" altLang="zh-CN" dirty="0"/>
              <a:t>CERN</a:t>
            </a:r>
            <a:r>
              <a:rPr lang="zh-CN" altLang="en-US" dirty="0"/>
              <a:t>（欧洲核子研究中心）开始对 </a:t>
            </a:r>
            <a:r>
              <a:rPr lang="en-US" altLang="zh-CN" dirty="0"/>
              <a:t>KiCad </a:t>
            </a:r>
            <a:r>
              <a:rPr lang="zh-CN" altLang="en-US" dirty="0"/>
              <a:t>进行重大贡献，为软件带来了更多功能，并推动其在 </a:t>
            </a:r>
            <a:r>
              <a:rPr lang="en-US" altLang="zh-CN" dirty="0"/>
              <a:t>2015 </a:t>
            </a:r>
            <a:r>
              <a:rPr lang="zh-CN" altLang="en-US" dirty="0"/>
              <a:t>年发布了第一个候选版本。</a:t>
            </a:r>
          </a:p>
          <a:p>
            <a:r>
              <a:rPr lang="en-US" altLang="zh-CN" dirty="0"/>
              <a:t>KiCad </a:t>
            </a:r>
            <a:r>
              <a:rPr lang="zh-CN" altLang="en-US" dirty="0"/>
              <a:t>的目标是让电子设计自动化（</a:t>
            </a:r>
            <a:r>
              <a:rPr lang="en-US" altLang="zh-CN" dirty="0"/>
              <a:t>EDA</a:t>
            </a:r>
            <a:r>
              <a:rPr lang="zh-CN" altLang="en-US" dirty="0"/>
              <a:t>）工具更加易于获取，使开发者和爱好者无需昂贵的许可证即可使用。由于 </a:t>
            </a:r>
            <a:r>
              <a:rPr lang="en-US" altLang="zh-CN" dirty="0"/>
              <a:t>KiCad </a:t>
            </a:r>
            <a:r>
              <a:rPr lang="zh-CN" altLang="en-US" dirty="0"/>
              <a:t>采用 </a:t>
            </a:r>
            <a:r>
              <a:rPr lang="en-US" altLang="zh-CN" dirty="0"/>
              <a:t>GPL </a:t>
            </a:r>
            <a:r>
              <a:rPr lang="zh-CN" altLang="en-US" dirty="0"/>
              <a:t>许可证，因此几乎不可能要求用户付费，因为每个人都可以获取源代码并自由传播，即使某些公司开发了付费版本并进行了修改。</a:t>
            </a:r>
          </a:p>
          <a:p>
            <a:endParaRPr lang="en-US" dirty="0"/>
          </a:p>
          <a:p>
            <a:pPr>
              <a:buNone/>
            </a:pPr>
            <a:r>
              <a:rPr lang="zh-CN" altLang="en-US" b="1" dirty="0"/>
              <a:t>竞争对手</a:t>
            </a:r>
          </a:p>
          <a:p>
            <a:pPr>
              <a:buNone/>
            </a:pPr>
            <a:r>
              <a:rPr lang="en-US" altLang="zh-CN" dirty="0"/>
              <a:t>KiCad </a:t>
            </a:r>
            <a:r>
              <a:rPr lang="zh-CN" altLang="en-US" dirty="0"/>
              <a:t>主要的竞争对手分为两类：</a:t>
            </a:r>
            <a:r>
              <a:rPr lang="zh-CN" altLang="en-US" b="1" dirty="0"/>
              <a:t>开源 </a:t>
            </a:r>
            <a:r>
              <a:rPr lang="en-US" altLang="zh-CN" b="1" dirty="0"/>
              <a:t>EDA </a:t>
            </a:r>
            <a:r>
              <a:rPr lang="zh-CN" altLang="en-US" b="1" dirty="0"/>
              <a:t>软件</a:t>
            </a:r>
            <a:r>
              <a:rPr lang="zh-CN" altLang="en-US" dirty="0"/>
              <a:t> 和 </a:t>
            </a:r>
            <a:r>
              <a:rPr lang="zh-CN" altLang="en-US" b="1" dirty="0"/>
              <a:t>付费专业 </a:t>
            </a:r>
            <a:r>
              <a:rPr lang="en-US" altLang="zh-CN" b="1" dirty="0"/>
              <a:t>EDA </a:t>
            </a:r>
            <a:r>
              <a:rPr lang="zh-CN" altLang="en-US" b="1" dirty="0"/>
              <a:t>软件</a:t>
            </a:r>
            <a:r>
              <a:rPr lang="zh-CN" altLang="en-US" dirty="0"/>
              <a:t>。</a:t>
            </a:r>
          </a:p>
          <a:p>
            <a:pPr>
              <a:buFont typeface="Arial" panose="020B0604020202020204" pitchFamily="34" charset="0"/>
              <a:buChar char="•"/>
            </a:pPr>
            <a:r>
              <a:rPr lang="zh-CN" altLang="en-US" b="1" dirty="0"/>
              <a:t>开源 </a:t>
            </a:r>
            <a:r>
              <a:rPr lang="en-US" altLang="zh-CN" b="1" dirty="0"/>
              <a:t>EDA </a:t>
            </a:r>
            <a:r>
              <a:rPr lang="zh-CN" altLang="en-US" b="1" dirty="0"/>
              <a:t>软件</a:t>
            </a:r>
            <a:r>
              <a:rPr lang="zh-CN" altLang="en-US" dirty="0"/>
              <a:t>：</a:t>
            </a:r>
          </a:p>
          <a:p>
            <a:pPr marL="742950" lvl="1" indent="-285750">
              <a:buFont typeface="Arial" panose="020B0604020202020204" pitchFamily="34" charset="0"/>
              <a:buChar char="•"/>
            </a:pPr>
            <a:r>
              <a:rPr lang="en-US" altLang="zh-CN" b="1" dirty="0" err="1"/>
              <a:t>EasyEDA</a:t>
            </a:r>
            <a:r>
              <a:rPr lang="zh-CN" altLang="en-US" dirty="0"/>
              <a:t> 和 </a:t>
            </a:r>
            <a:r>
              <a:rPr lang="en-US" altLang="zh-CN" b="1" dirty="0"/>
              <a:t>Fritzing</a:t>
            </a:r>
            <a:r>
              <a:rPr lang="zh-CN" altLang="en-US" dirty="0"/>
              <a:t> 是 </a:t>
            </a:r>
            <a:r>
              <a:rPr lang="en-US" altLang="zh-CN" dirty="0"/>
              <a:t>KiCad </a:t>
            </a:r>
            <a:r>
              <a:rPr lang="zh-CN" altLang="en-US" dirty="0"/>
              <a:t>的主要免费竞争对手，但它们的功能较少，更适合小型项目。</a:t>
            </a:r>
          </a:p>
          <a:p>
            <a:pPr>
              <a:buFont typeface="Arial" panose="020B0604020202020204" pitchFamily="34" charset="0"/>
              <a:buChar char="•"/>
            </a:pPr>
            <a:r>
              <a:rPr lang="zh-CN" altLang="en-US" b="1" dirty="0"/>
              <a:t>商业 </a:t>
            </a:r>
            <a:r>
              <a:rPr lang="en-US" altLang="zh-CN" b="1" dirty="0"/>
              <a:t>EDA </a:t>
            </a:r>
            <a:r>
              <a:rPr lang="zh-CN" altLang="en-US" b="1" dirty="0"/>
              <a:t>软件</a:t>
            </a:r>
            <a:r>
              <a:rPr lang="zh-CN" altLang="en-US" dirty="0"/>
              <a:t>：</a:t>
            </a:r>
          </a:p>
          <a:p>
            <a:pPr marL="742950" lvl="1" indent="-285750">
              <a:buFont typeface="Arial" panose="020B0604020202020204" pitchFamily="34" charset="0"/>
              <a:buChar char="•"/>
            </a:pPr>
            <a:r>
              <a:rPr lang="en-US" altLang="zh-CN" b="1" dirty="0"/>
              <a:t>Altium</a:t>
            </a:r>
            <a:r>
              <a:rPr lang="zh-CN" altLang="en-US" dirty="0"/>
              <a:t>：目前市场上最流行的商业 </a:t>
            </a:r>
            <a:r>
              <a:rPr lang="en-US" altLang="zh-CN" dirty="0"/>
              <a:t>EDA </a:t>
            </a:r>
            <a:r>
              <a:rPr lang="zh-CN" altLang="en-US" dirty="0"/>
              <a:t>软件，功能最为强大。</a:t>
            </a:r>
          </a:p>
          <a:p>
            <a:pPr marL="742950" lvl="1" indent="-285750">
              <a:buFont typeface="Arial" panose="020B0604020202020204" pitchFamily="34" charset="0"/>
              <a:buChar char="•"/>
            </a:pPr>
            <a:r>
              <a:rPr lang="en-US" altLang="zh-CN" b="1" dirty="0"/>
              <a:t>Eagle</a:t>
            </a:r>
            <a:r>
              <a:rPr lang="zh-CN" altLang="en-US" dirty="0"/>
              <a:t>：功能集与 </a:t>
            </a:r>
            <a:r>
              <a:rPr lang="en-US" altLang="zh-CN" dirty="0"/>
              <a:t>KiCad </a:t>
            </a:r>
            <a:r>
              <a:rPr lang="zh-CN" altLang="en-US" dirty="0"/>
              <a:t>接近，但仍是商业软件。</a:t>
            </a:r>
            <a:endParaRPr lang="en-US" altLang="zh-CN" dirty="0"/>
          </a:p>
          <a:p>
            <a:pPr marL="742950" lvl="1" indent="-285750">
              <a:buFont typeface="Arial" panose="020B0604020202020204" pitchFamily="34" charset="0"/>
              <a:buChar char="•"/>
            </a:pPr>
            <a:endParaRPr lang="en-US" altLang="zh-CN" dirty="0"/>
          </a:p>
          <a:p>
            <a:pPr>
              <a:buNone/>
            </a:pPr>
            <a:r>
              <a:rPr lang="zh-CN" altLang="en-US" b="1" dirty="0"/>
              <a:t>最终用户</a:t>
            </a:r>
            <a:br>
              <a:rPr lang="zh-CN" altLang="en-US" dirty="0"/>
            </a:br>
            <a:r>
              <a:rPr lang="zh-CN" altLang="en-US" dirty="0"/>
              <a:t>最终用户是最重要的利益相关者群体，包含多个子群体：</a:t>
            </a:r>
          </a:p>
          <a:p>
            <a:pPr>
              <a:buFont typeface="Arial" panose="020B0604020202020204" pitchFamily="34" charset="0"/>
              <a:buChar char="•"/>
            </a:pPr>
            <a:r>
              <a:rPr lang="zh-CN" altLang="en-US" b="1" dirty="0"/>
              <a:t>爱好者</a:t>
            </a:r>
            <a:r>
              <a:rPr lang="zh-CN" altLang="en-US" dirty="0"/>
              <a:t> 使用 </a:t>
            </a:r>
            <a:r>
              <a:rPr lang="en-US" altLang="zh-CN" dirty="0"/>
              <a:t>KiCad </a:t>
            </a:r>
            <a:r>
              <a:rPr lang="zh-CN" altLang="en-US" dirty="0"/>
              <a:t>进行 </a:t>
            </a:r>
            <a:r>
              <a:rPr lang="en-US" altLang="zh-CN" dirty="0"/>
              <a:t>DIY </a:t>
            </a:r>
            <a:r>
              <a:rPr lang="zh-CN" altLang="en-US" dirty="0"/>
              <a:t>项目</a:t>
            </a:r>
          </a:p>
          <a:p>
            <a:pPr>
              <a:buFont typeface="Arial" panose="020B0604020202020204" pitchFamily="34" charset="0"/>
              <a:buChar char="•"/>
            </a:pPr>
            <a:r>
              <a:rPr lang="zh-CN" altLang="en-US" b="1" dirty="0"/>
              <a:t>学生和学术机构</a:t>
            </a:r>
            <a:r>
              <a:rPr lang="zh-CN" altLang="en-US" dirty="0"/>
              <a:t> 在技术领域中应用 </a:t>
            </a:r>
            <a:r>
              <a:rPr lang="en-US" altLang="zh-CN" dirty="0"/>
              <a:t>KiCad</a:t>
            </a:r>
          </a:p>
          <a:p>
            <a:pPr>
              <a:buNone/>
            </a:pPr>
            <a:r>
              <a:rPr lang="zh-CN" altLang="en-US" dirty="0"/>
              <a:t>这些用户主要选择 </a:t>
            </a:r>
            <a:r>
              <a:rPr lang="en-US" altLang="zh-CN" dirty="0"/>
              <a:t>KiCad </a:t>
            </a:r>
            <a:r>
              <a:rPr lang="zh-CN" altLang="en-US" dirty="0"/>
              <a:t>是因为它 </a:t>
            </a:r>
            <a:r>
              <a:rPr lang="zh-CN" altLang="en-US" b="1" dirty="0"/>
              <a:t>免费、教程丰富，并支持多种操作系统</a:t>
            </a:r>
            <a:r>
              <a:rPr lang="zh-CN" altLang="en-US" dirty="0"/>
              <a:t>。</a:t>
            </a:r>
          </a:p>
          <a:p>
            <a:pPr>
              <a:buNone/>
            </a:pPr>
            <a:r>
              <a:rPr lang="zh-CN" altLang="en-US" dirty="0"/>
              <a:t>另一类最终用户是 </a:t>
            </a:r>
            <a:r>
              <a:rPr lang="zh-CN" altLang="en-US" b="1" dirty="0"/>
              <a:t>企业用户</a:t>
            </a:r>
            <a:r>
              <a:rPr lang="zh-CN" altLang="en-US" dirty="0"/>
              <a:t>，主要是 </a:t>
            </a:r>
            <a:r>
              <a:rPr lang="zh-CN" altLang="en-US" b="1" dirty="0"/>
              <a:t>中小企业</a:t>
            </a:r>
            <a:r>
              <a:rPr lang="zh-CN" altLang="en-US" dirty="0"/>
              <a:t>。这些企业倾向于使用 </a:t>
            </a:r>
            <a:r>
              <a:rPr lang="en-US" altLang="zh-CN" dirty="0"/>
              <a:t>KiCad</a:t>
            </a:r>
            <a:r>
              <a:rPr lang="zh-CN" altLang="en-US" dirty="0"/>
              <a:t>，一方面是因为聘请软件工程师的成本高昂，另一方面是因为大型企业更喜欢使用“行业领先”的 </a:t>
            </a:r>
            <a:r>
              <a:rPr lang="en-US" altLang="zh-CN" dirty="0"/>
              <a:t>EDA </a:t>
            </a:r>
            <a:r>
              <a:rPr lang="zh-CN" altLang="en-US" dirty="0"/>
              <a:t>软件，以降低因使用非主流软件而承担的潜在风险。</a:t>
            </a:r>
          </a:p>
          <a:p>
            <a:pPr>
              <a:buNone/>
            </a:pPr>
            <a:r>
              <a:rPr lang="zh-CN" altLang="en-US" dirty="0"/>
              <a:t>对于小公司来说，</a:t>
            </a:r>
            <a:r>
              <a:rPr lang="en-US" altLang="zh-CN" dirty="0"/>
              <a:t>KiCad </a:t>
            </a:r>
            <a:r>
              <a:rPr lang="zh-CN" altLang="en-US" dirty="0"/>
              <a:t>的正确性比爱好者更为重要，因为设计错误可能带来 </a:t>
            </a:r>
            <a:r>
              <a:rPr lang="zh-CN" altLang="en-US" b="1" dirty="0"/>
              <a:t>巨大的财务损失</a:t>
            </a:r>
            <a:r>
              <a:rPr lang="zh-CN" altLang="en-US" dirty="0"/>
              <a:t>。此外，一些公司可能需要高度特定的设计优化，这些优化通常需要大量开发资源，但使用者却相对较少。</a:t>
            </a:r>
          </a:p>
          <a:p>
            <a:r>
              <a:rPr lang="zh-CN" altLang="en-US" dirty="0"/>
              <a:t>同时，</a:t>
            </a:r>
            <a:r>
              <a:rPr lang="en-US" altLang="zh-CN" dirty="0"/>
              <a:t>KiCad </a:t>
            </a:r>
            <a:r>
              <a:rPr lang="zh-CN" altLang="en-US" dirty="0"/>
              <a:t>也受益于庞大的最终用户群体，因为 </a:t>
            </a:r>
            <a:r>
              <a:rPr lang="zh-CN" altLang="en-US" b="1" dirty="0"/>
              <a:t>用户越多，愿意贡献代码的开发者就越多</a:t>
            </a:r>
            <a:r>
              <a:rPr lang="zh-CN" altLang="en-US" dirty="0"/>
              <a:t>，同时 </a:t>
            </a:r>
            <a:r>
              <a:rPr lang="zh-CN" altLang="en-US" b="1" dirty="0"/>
              <a:t>软件的漏洞也能更快被发现和修复</a:t>
            </a:r>
            <a:r>
              <a:rPr lang="zh-CN" altLang="en-US" dirty="0"/>
              <a:t>。</a:t>
            </a:r>
          </a:p>
          <a:p>
            <a:pPr marL="0" lvl="0" indent="0">
              <a:buFont typeface="Arial" panose="020B0604020202020204" pitchFamily="34" charset="0"/>
              <a:buNone/>
            </a:pPr>
            <a:endParaRPr lang="zh-CN" altLang="en-US" dirty="0"/>
          </a:p>
          <a:p>
            <a:endParaRPr lang="en-US" dirty="0"/>
          </a:p>
        </p:txBody>
      </p:sp>
      <p:sp>
        <p:nvSpPr>
          <p:cNvPr id="4" name="Slide Number Placeholder 3">
            <a:extLst>
              <a:ext uri="{FF2B5EF4-FFF2-40B4-BE49-F238E27FC236}">
                <a16:creationId xmlns:a16="http://schemas.microsoft.com/office/drawing/2014/main" id="{D0A6175F-3C42-E349-C6F0-3199BE6CFA5E}"/>
              </a:ext>
            </a:extLst>
          </p:cNvPr>
          <p:cNvSpPr>
            <a:spLocks noGrp="1"/>
          </p:cNvSpPr>
          <p:nvPr>
            <p:ph type="sldNum" sz="quarter" idx="5"/>
          </p:nvPr>
        </p:nvSpPr>
        <p:spPr/>
        <p:txBody>
          <a:bodyPr/>
          <a:lstStyle/>
          <a:p>
            <a:fld id="{DC3BF60C-4030-4F76-AC90-A9D2F9209219}" type="slidenum">
              <a:rPr lang="en-US" smtClean="0"/>
              <a:t>3</a:t>
            </a:fld>
            <a:endParaRPr lang="en-US"/>
          </a:p>
        </p:txBody>
      </p:sp>
    </p:spTree>
    <p:extLst>
      <p:ext uri="{BB962C8B-B14F-4D97-AF65-F5344CB8AC3E}">
        <p14:creationId xmlns:p14="http://schemas.microsoft.com/office/powerpoint/2010/main" val="2153275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1F452-D200-AD13-1C76-4CF4389AB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9A4E1-B58C-CADC-51FB-E0EF74AB0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4930A-0CB1-8A90-5C69-51A058754FD2}"/>
              </a:ext>
            </a:extLst>
          </p:cNvPr>
          <p:cNvSpPr>
            <a:spLocks noGrp="1"/>
          </p:cNvSpPr>
          <p:nvPr>
            <p:ph type="body" idx="1"/>
          </p:nvPr>
        </p:nvSpPr>
        <p:spPr/>
        <p:txBody>
          <a:bodyPr/>
          <a:lstStyle/>
          <a:p>
            <a:pPr>
              <a:buNone/>
            </a:pPr>
            <a:r>
              <a:rPr lang="en-US" altLang="zh-CN" b="1" dirty="0"/>
              <a:t>KiCad </a:t>
            </a:r>
            <a:r>
              <a:rPr lang="zh-CN" altLang="en-US" b="1" dirty="0"/>
              <a:t>的系统架构</a:t>
            </a:r>
            <a:br>
              <a:rPr lang="zh-CN" altLang="en-US" dirty="0"/>
            </a:br>
            <a:r>
              <a:rPr lang="en-US" altLang="zh-CN" dirty="0"/>
              <a:t>KiCad </a:t>
            </a:r>
            <a:r>
              <a:rPr lang="zh-CN" altLang="en-US" dirty="0"/>
              <a:t>是一款完全</a:t>
            </a:r>
            <a:r>
              <a:rPr lang="zh-CN" altLang="en-US" b="1" dirty="0"/>
              <a:t>离线运行</a:t>
            </a:r>
            <a:r>
              <a:rPr lang="zh-CN" altLang="en-US" dirty="0"/>
              <a:t>的软件，支持 </a:t>
            </a:r>
            <a:r>
              <a:rPr lang="en-US" altLang="zh-CN" b="1" dirty="0"/>
              <a:t>Windows</a:t>
            </a:r>
            <a:r>
              <a:rPr lang="zh-CN" altLang="en-US" b="1" dirty="0"/>
              <a:t>、</a:t>
            </a:r>
            <a:r>
              <a:rPr lang="en-US" altLang="zh-CN" b="1" dirty="0"/>
              <a:t>macOS</a:t>
            </a:r>
            <a:r>
              <a:rPr lang="zh-CN" altLang="en-US" b="1" dirty="0"/>
              <a:t>、</a:t>
            </a:r>
            <a:r>
              <a:rPr lang="en-US" altLang="zh-CN" b="1" dirty="0"/>
              <a:t>Ubuntu</a:t>
            </a:r>
            <a:r>
              <a:rPr lang="zh-CN" altLang="en-US" b="1" dirty="0"/>
              <a:t>、</a:t>
            </a:r>
            <a:r>
              <a:rPr lang="en-US" altLang="zh-CN" b="1" dirty="0"/>
              <a:t>FreeBSD</a:t>
            </a:r>
            <a:r>
              <a:rPr lang="zh-CN" altLang="en-US" dirty="0"/>
              <a:t> 等操作系统。</a:t>
            </a:r>
          </a:p>
          <a:p>
            <a:pPr>
              <a:buNone/>
            </a:pPr>
            <a:r>
              <a:rPr lang="zh-CN" altLang="en-US" dirty="0"/>
              <a:t>由于 </a:t>
            </a:r>
            <a:r>
              <a:rPr lang="en-US" altLang="zh-CN" dirty="0"/>
              <a:t>KiCad </a:t>
            </a:r>
            <a:r>
              <a:rPr lang="zh-CN" altLang="en-US" dirty="0"/>
              <a:t>由多个独立的程序组成，因此它需要严格定义文件结构，以确保各个程序之间的数据兼容性。其优势在于：</a:t>
            </a:r>
          </a:p>
          <a:p>
            <a:pPr>
              <a:buFont typeface="Arial" panose="020B0604020202020204" pitchFamily="34" charset="0"/>
              <a:buChar char="•"/>
            </a:pPr>
            <a:r>
              <a:rPr lang="en-US" altLang="zh-CN" dirty="0"/>
              <a:t>KiCad </a:t>
            </a:r>
            <a:r>
              <a:rPr lang="zh-CN" altLang="en-US" dirty="0"/>
              <a:t>的部分文件结构是行业通用标准，例如 </a:t>
            </a:r>
            <a:r>
              <a:rPr lang="en-US" altLang="zh-CN" b="1" dirty="0"/>
              <a:t>IDFv3</a:t>
            </a:r>
            <a:r>
              <a:rPr lang="zh-CN" altLang="en-US" dirty="0"/>
              <a:t> 文件允许与 </a:t>
            </a:r>
            <a:r>
              <a:rPr lang="en-US" altLang="zh-CN" dirty="0"/>
              <a:t>CAD </a:t>
            </a:r>
            <a:r>
              <a:rPr lang="zh-CN" altLang="en-US" dirty="0"/>
              <a:t>软件集成</a:t>
            </a:r>
          </a:p>
          <a:p>
            <a:pPr>
              <a:buFont typeface="Arial" panose="020B0604020202020204" pitchFamily="34" charset="0"/>
              <a:buChar char="•"/>
            </a:pPr>
            <a:r>
              <a:rPr lang="en-US" altLang="zh-CN" dirty="0"/>
              <a:t>KiCad </a:t>
            </a:r>
            <a:r>
              <a:rPr lang="zh-CN" altLang="en-US" dirty="0"/>
              <a:t>生成的 </a:t>
            </a:r>
            <a:r>
              <a:rPr lang="en-US" altLang="zh-CN" b="1" dirty="0"/>
              <a:t>Gerber </a:t>
            </a:r>
            <a:r>
              <a:rPr lang="zh-CN" altLang="en-US" b="1" dirty="0"/>
              <a:t>文件</a:t>
            </a:r>
            <a:r>
              <a:rPr lang="zh-CN" altLang="en-US" dirty="0"/>
              <a:t> 是 </a:t>
            </a:r>
            <a:r>
              <a:rPr lang="en-US" altLang="zh-CN" dirty="0"/>
              <a:t>PCB </a:t>
            </a:r>
            <a:r>
              <a:rPr lang="zh-CN" altLang="en-US" dirty="0"/>
              <a:t>生产行业的事实标准</a:t>
            </a:r>
          </a:p>
          <a:p>
            <a:pPr>
              <a:buNone/>
            </a:pPr>
            <a:r>
              <a:rPr lang="zh-CN" altLang="en-US" dirty="0"/>
              <a:t>为了支持 </a:t>
            </a:r>
            <a:r>
              <a:rPr lang="en-US" altLang="zh-CN" dirty="0"/>
              <a:t>PCB </a:t>
            </a:r>
            <a:r>
              <a:rPr lang="zh-CN" altLang="en-US" dirty="0"/>
              <a:t>设计，</a:t>
            </a:r>
            <a:r>
              <a:rPr lang="en-US" altLang="zh-CN" dirty="0"/>
              <a:t>KiCad </a:t>
            </a:r>
            <a:r>
              <a:rPr lang="zh-CN" altLang="en-US" dirty="0"/>
              <a:t>依赖于 </a:t>
            </a:r>
            <a:r>
              <a:rPr lang="zh-CN" altLang="en-US" b="1" dirty="0"/>
              <a:t>组件库</a:t>
            </a:r>
            <a:r>
              <a:rPr lang="zh-CN" altLang="en-US" dirty="0"/>
              <a:t>。这些库包含</a:t>
            </a:r>
            <a:r>
              <a:rPr lang="zh-CN" altLang="en-US" b="1" dirty="0"/>
              <a:t>电子元件的符号、连接信息、电气特性、封装以及 </a:t>
            </a:r>
            <a:r>
              <a:rPr lang="en-US" altLang="zh-CN" b="1" dirty="0"/>
              <a:t>3D </a:t>
            </a:r>
            <a:r>
              <a:rPr lang="zh-CN" altLang="en-US" b="1" dirty="0"/>
              <a:t>视图</a:t>
            </a:r>
            <a:r>
              <a:rPr lang="zh-CN" altLang="en-US" dirty="0"/>
              <a:t>。除了 </a:t>
            </a:r>
            <a:r>
              <a:rPr lang="en-US" altLang="zh-CN" dirty="0"/>
              <a:t>KiCad </a:t>
            </a:r>
            <a:r>
              <a:rPr lang="zh-CN" altLang="en-US" dirty="0"/>
              <a:t>内置的库，</a:t>
            </a:r>
            <a:r>
              <a:rPr lang="en-US" altLang="zh-CN" b="1" dirty="0"/>
              <a:t>Digi-Key </a:t>
            </a:r>
            <a:r>
              <a:rPr lang="zh-CN" altLang="en-US" b="1" dirty="0"/>
              <a:t>和 </a:t>
            </a:r>
            <a:r>
              <a:rPr lang="en-US" altLang="zh-CN" b="1" dirty="0" err="1"/>
              <a:t>SparkFun</a:t>
            </a:r>
            <a:r>
              <a:rPr lang="zh-CN" altLang="en-US" dirty="0"/>
              <a:t> 也提供了额外的元件库。</a:t>
            </a:r>
          </a:p>
          <a:p>
            <a:pPr>
              <a:buNone/>
            </a:pPr>
            <a:r>
              <a:rPr lang="zh-CN" altLang="en-US" dirty="0"/>
              <a:t>在开发过程中，</a:t>
            </a:r>
            <a:r>
              <a:rPr lang="en-US" altLang="zh-CN" dirty="0"/>
              <a:t>KiCad </a:t>
            </a:r>
            <a:r>
              <a:rPr lang="zh-CN" altLang="en-US" dirty="0"/>
              <a:t>依赖多个</a:t>
            </a:r>
            <a:r>
              <a:rPr lang="zh-CN" altLang="en-US" b="1" dirty="0"/>
              <a:t>开发者服务</a:t>
            </a:r>
            <a:r>
              <a:rPr lang="zh-CN" altLang="en-US" dirty="0"/>
              <a:t>以管理代码变更。此外，</a:t>
            </a:r>
            <a:r>
              <a:rPr lang="en-US" altLang="zh-CN" dirty="0"/>
              <a:t>KiCad </a:t>
            </a:r>
            <a:r>
              <a:rPr lang="zh-CN" altLang="en-US" dirty="0"/>
              <a:t>使用了大量外部软件库，例如：</a:t>
            </a:r>
          </a:p>
          <a:p>
            <a:pPr>
              <a:buFont typeface="Arial" panose="020B0604020202020204" pitchFamily="34" charset="0"/>
              <a:buChar char="•"/>
            </a:pPr>
            <a:r>
              <a:rPr lang="en-US" altLang="zh-CN" b="1" dirty="0" err="1"/>
              <a:t>wxWidgets</a:t>
            </a:r>
            <a:r>
              <a:rPr lang="zh-CN" altLang="en-US" dirty="0"/>
              <a:t>（用于 </a:t>
            </a:r>
            <a:r>
              <a:rPr lang="en-US" altLang="zh-CN" dirty="0"/>
              <a:t>GUI</a:t>
            </a:r>
            <a:r>
              <a:rPr lang="zh-CN" altLang="en-US" dirty="0"/>
              <a:t>）</a:t>
            </a:r>
          </a:p>
          <a:p>
            <a:pPr>
              <a:buFont typeface="Arial" panose="020B0604020202020204" pitchFamily="34" charset="0"/>
              <a:buChar char="•"/>
            </a:pPr>
            <a:r>
              <a:rPr lang="en-US" altLang="zh-CN" b="1" dirty="0"/>
              <a:t>OpenGL</a:t>
            </a:r>
            <a:r>
              <a:rPr lang="zh-CN" altLang="en-US" b="1" dirty="0"/>
              <a:t>（通过 </a:t>
            </a:r>
            <a:r>
              <a:rPr lang="en-US" altLang="zh-CN" b="1" dirty="0"/>
              <a:t>GLEW</a:t>
            </a:r>
            <a:r>
              <a:rPr lang="zh-CN" altLang="en-US" b="1" dirty="0"/>
              <a:t>）</a:t>
            </a:r>
            <a:r>
              <a:rPr lang="zh-CN" altLang="en-US" dirty="0"/>
              <a:t>（用于渲染 </a:t>
            </a:r>
            <a:r>
              <a:rPr lang="en-US" altLang="zh-CN" dirty="0"/>
              <a:t>3D </a:t>
            </a:r>
            <a:r>
              <a:rPr lang="zh-CN" altLang="en-US" dirty="0"/>
              <a:t>图像）</a:t>
            </a:r>
          </a:p>
          <a:p>
            <a:pPr>
              <a:buNone/>
            </a:pPr>
            <a:r>
              <a:rPr lang="en-US" altLang="zh-CN" dirty="0"/>
              <a:t>KiCad </a:t>
            </a:r>
            <a:r>
              <a:rPr lang="zh-CN" altLang="en-US" dirty="0"/>
              <a:t>还支持 </a:t>
            </a:r>
            <a:r>
              <a:rPr lang="en-US" altLang="zh-CN" b="1" dirty="0"/>
              <a:t>Python </a:t>
            </a:r>
            <a:r>
              <a:rPr lang="zh-CN" altLang="en-US" b="1" dirty="0"/>
              <a:t>脚本</a:t>
            </a:r>
            <a:r>
              <a:rPr lang="zh-CN" altLang="en-US" dirty="0"/>
              <a:t>，用户可以编写脚本自动化 </a:t>
            </a:r>
            <a:r>
              <a:rPr lang="en-US" altLang="zh-CN" b="1" dirty="0" err="1"/>
              <a:t>PcbNew</a:t>
            </a:r>
            <a:r>
              <a:rPr lang="zh-CN" altLang="en-US" dirty="0"/>
              <a:t> 中的重复任务。此外，</a:t>
            </a:r>
            <a:r>
              <a:rPr lang="en-US" altLang="zh-CN" dirty="0"/>
              <a:t>3D </a:t>
            </a:r>
            <a:r>
              <a:rPr lang="zh-CN" altLang="en-US" dirty="0"/>
              <a:t>插件可以使用共享库来</a:t>
            </a:r>
            <a:r>
              <a:rPr lang="zh-CN" altLang="en-US" b="1" dirty="0"/>
              <a:t>优化设计可视化</a:t>
            </a:r>
            <a:r>
              <a:rPr lang="zh-CN" altLang="en-US" dirty="0"/>
              <a:t>。</a:t>
            </a:r>
          </a:p>
          <a:p>
            <a:pPr>
              <a:buNone/>
            </a:pPr>
            <a:r>
              <a:rPr lang="zh-CN" altLang="en-US" b="1" dirty="0"/>
              <a:t>质量属性</a:t>
            </a:r>
            <a:br>
              <a:rPr lang="zh-CN" altLang="en-US" dirty="0"/>
            </a:br>
            <a:r>
              <a:rPr lang="en-US" altLang="zh-CN" dirty="0"/>
              <a:t>KiCad </a:t>
            </a:r>
            <a:r>
              <a:rPr lang="zh-CN" altLang="en-US" dirty="0"/>
              <a:t>最重要的质量属性是：</a:t>
            </a:r>
          </a:p>
          <a:p>
            <a:pPr>
              <a:buFont typeface="+mj-lt"/>
              <a:buAutoNum type="arabicPeriod"/>
            </a:pPr>
            <a:r>
              <a:rPr lang="zh-CN" altLang="en-US" b="1" dirty="0"/>
              <a:t>正确性</a:t>
            </a:r>
            <a:r>
              <a:rPr lang="en-US" altLang="zh-CN" dirty="0"/>
              <a:t>——</a:t>
            </a:r>
            <a:r>
              <a:rPr lang="zh-CN" altLang="en-US" dirty="0"/>
              <a:t>生成的文件必须是准确的，否则会给用户带来巨大经济损失</a:t>
            </a:r>
          </a:p>
          <a:p>
            <a:pPr>
              <a:buFont typeface="+mj-lt"/>
              <a:buAutoNum type="arabicPeriod"/>
            </a:pPr>
            <a:r>
              <a:rPr lang="zh-CN" altLang="en-US" b="1" dirty="0"/>
              <a:t>可用性</a:t>
            </a:r>
            <a:r>
              <a:rPr lang="en-US" altLang="zh-CN" dirty="0"/>
              <a:t>——PCB </a:t>
            </a:r>
            <a:r>
              <a:rPr lang="zh-CN" altLang="en-US" dirty="0"/>
              <a:t>设计本身是复杂的，</a:t>
            </a:r>
            <a:r>
              <a:rPr lang="en-US" altLang="zh-CN" dirty="0"/>
              <a:t>KiCad </a:t>
            </a:r>
            <a:r>
              <a:rPr lang="zh-CN" altLang="en-US" dirty="0"/>
              <a:t>通过</a:t>
            </a:r>
            <a:r>
              <a:rPr lang="zh-CN" altLang="en-US" b="1" dirty="0"/>
              <a:t>模块化设计</a:t>
            </a:r>
            <a:r>
              <a:rPr lang="zh-CN" altLang="en-US" dirty="0"/>
              <a:t>降低 </a:t>
            </a:r>
            <a:r>
              <a:rPr lang="en-US" altLang="zh-CN" dirty="0"/>
              <a:t>UI </a:t>
            </a:r>
            <a:r>
              <a:rPr lang="zh-CN" altLang="en-US" dirty="0"/>
              <a:t>复杂度</a:t>
            </a:r>
          </a:p>
          <a:p>
            <a:pPr>
              <a:buFont typeface="+mj-lt"/>
              <a:buAutoNum type="arabicPeriod"/>
            </a:pPr>
            <a:r>
              <a:rPr lang="zh-CN" altLang="en-US" b="1" dirty="0"/>
              <a:t>可维护性</a:t>
            </a:r>
            <a:r>
              <a:rPr lang="en-US" altLang="zh-CN" dirty="0"/>
              <a:t>——</a:t>
            </a:r>
            <a:r>
              <a:rPr lang="zh-CN" altLang="en-US" dirty="0"/>
              <a:t>任何软件系统都必须具备良好的维护性，以支持长期发展</a:t>
            </a:r>
          </a:p>
          <a:p>
            <a:endParaRPr lang="en-US" dirty="0"/>
          </a:p>
        </p:txBody>
      </p:sp>
      <p:sp>
        <p:nvSpPr>
          <p:cNvPr id="4" name="Slide Number Placeholder 3">
            <a:extLst>
              <a:ext uri="{FF2B5EF4-FFF2-40B4-BE49-F238E27FC236}">
                <a16:creationId xmlns:a16="http://schemas.microsoft.com/office/drawing/2014/main" id="{53D6DDBD-2694-FAD8-C94B-F54C73C0F510}"/>
              </a:ext>
            </a:extLst>
          </p:cNvPr>
          <p:cNvSpPr>
            <a:spLocks noGrp="1"/>
          </p:cNvSpPr>
          <p:nvPr>
            <p:ph type="sldNum" sz="quarter" idx="5"/>
          </p:nvPr>
        </p:nvSpPr>
        <p:spPr/>
        <p:txBody>
          <a:bodyPr/>
          <a:lstStyle/>
          <a:p>
            <a:fld id="{DC3BF60C-4030-4F76-AC90-A9D2F9209219}" type="slidenum">
              <a:rPr lang="en-US" smtClean="0"/>
              <a:t>4</a:t>
            </a:fld>
            <a:endParaRPr lang="en-US"/>
          </a:p>
        </p:txBody>
      </p:sp>
    </p:spTree>
    <p:extLst>
      <p:ext uri="{BB962C8B-B14F-4D97-AF65-F5344CB8AC3E}">
        <p14:creationId xmlns:p14="http://schemas.microsoft.com/office/powerpoint/2010/main" val="640153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0C543-16AC-3748-CBC4-83AD3B658D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B57CCB-B2DB-C0F3-6645-C63190B31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0E3FA-7EAB-CC7A-3B56-0A458584B5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7DD3B1-0FF0-4AB3-2167-2E416066587C}"/>
              </a:ext>
            </a:extLst>
          </p:cNvPr>
          <p:cNvSpPr>
            <a:spLocks noGrp="1"/>
          </p:cNvSpPr>
          <p:nvPr>
            <p:ph type="sldNum" sz="quarter" idx="5"/>
          </p:nvPr>
        </p:nvSpPr>
        <p:spPr/>
        <p:txBody>
          <a:bodyPr/>
          <a:lstStyle/>
          <a:p>
            <a:fld id="{DC3BF60C-4030-4F76-AC90-A9D2F9209219}" type="slidenum">
              <a:rPr lang="en-US" smtClean="0"/>
              <a:t>5</a:t>
            </a:fld>
            <a:endParaRPr lang="en-US"/>
          </a:p>
        </p:txBody>
      </p:sp>
    </p:spTree>
    <p:extLst>
      <p:ext uri="{BB962C8B-B14F-4D97-AF65-F5344CB8AC3E}">
        <p14:creationId xmlns:p14="http://schemas.microsoft.com/office/powerpoint/2010/main" val="1958873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3BF60C-4030-4F76-AC90-A9D2F9209219}" type="slidenum">
              <a:rPr lang="en-US" smtClean="0"/>
              <a:t>7</a:t>
            </a:fld>
            <a:endParaRPr lang="en-US"/>
          </a:p>
        </p:txBody>
      </p:sp>
    </p:spTree>
    <p:extLst>
      <p:ext uri="{BB962C8B-B14F-4D97-AF65-F5344CB8AC3E}">
        <p14:creationId xmlns:p14="http://schemas.microsoft.com/office/powerpoint/2010/main" val="2904834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2000" dirty="0"/>
              <a:t>合计</a:t>
            </a:r>
            <a:r>
              <a:rPr lang="en-US" altLang="zh-CN" sz="2000" dirty="0"/>
              <a:t>137w</a:t>
            </a:r>
            <a:r>
              <a:rPr lang="zh-CN" altLang="en-US" sz="2000" dirty="0"/>
              <a:t>行</a:t>
            </a:r>
            <a:endParaRPr lang="en-US" sz="2000" dirty="0"/>
          </a:p>
        </p:txBody>
      </p:sp>
      <p:sp>
        <p:nvSpPr>
          <p:cNvPr id="4" name="Slide Number Placeholder 3"/>
          <p:cNvSpPr>
            <a:spLocks noGrp="1"/>
          </p:cNvSpPr>
          <p:nvPr>
            <p:ph type="sldNum" sz="quarter" idx="5"/>
          </p:nvPr>
        </p:nvSpPr>
        <p:spPr/>
        <p:txBody>
          <a:bodyPr/>
          <a:lstStyle/>
          <a:p>
            <a:fld id="{DC3BF60C-4030-4F76-AC90-A9D2F9209219}" type="slidenum">
              <a:rPr lang="en-US" smtClean="0"/>
              <a:t>8</a:t>
            </a:fld>
            <a:endParaRPr lang="en-US"/>
          </a:p>
        </p:txBody>
      </p:sp>
    </p:spTree>
    <p:extLst>
      <p:ext uri="{BB962C8B-B14F-4D97-AF65-F5344CB8AC3E}">
        <p14:creationId xmlns:p14="http://schemas.microsoft.com/office/powerpoint/2010/main" val="13247591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3D463-0F22-D82B-A863-1EC678D53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7F9178-4D17-D15A-843C-3C26207F9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D9E1D-3903-5663-D1B1-30DA3EDF7C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5ACE2C-57AC-3BFB-49F1-D273538AEFC1}"/>
              </a:ext>
            </a:extLst>
          </p:cNvPr>
          <p:cNvSpPr>
            <a:spLocks noGrp="1"/>
          </p:cNvSpPr>
          <p:nvPr>
            <p:ph type="sldNum" sz="quarter" idx="5"/>
          </p:nvPr>
        </p:nvSpPr>
        <p:spPr/>
        <p:txBody>
          <a:bodyPr/>
          <a:lstStyle/>
          <a:p>
            <a:fld id="{DC3BF60C-4030-4F76-AC90-A9D2F9209219}" type="slidenum">
              <a:rPr lang="en-US" smtClean="0"/>
              <a:t>10</a:t>
            </a:fld>
            <a:endParaRPr lang="en-US"/>
          </a:p>
        </p:txBody>
      </p:sp>
    </p:spTree>
    <p:extLst>
      <p:ext uri="{BB962C8B-B14F-4D97-AF65-F5344CB8AC3E}">
        <p14:creationId xmlns:p14="http://schemas.microsoft.com/office/powerpoint/2010/main" val="149574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3BF60C-4030-4F76-AC90-A9D2F9209219}" type="slidenum">
              <a:rPr lang="en-US" smtClean="0"/>
              <a:t>13</a:t>
            </a:fld>
            <a:endParaRPr lang="en-US"/>
          </a:p>
        </p:txBody>
      </p:sp>
    </p:spTree>
    <p:extLst>
      <p:ext uri="{BB962C8B-B14F-4D97-AF65-F5344CB8AC3E}">
        <p14:creationId xmlns:p14="http://schemas.microsoft.com/office/powerpoint/2010/main" val="3139125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BD2C4-DB05-09D9-D19B-6E3A81D7CA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92F11-9DE3-D058-D66F-0B03C4F793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F8CE0-3170-3A79-E501-17584E2E6D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D44F2D-7239-E7D4-EA9C-815C2BA9AA95}"/>
              </a:ext>
            </a:extLst>
          </p:cNvPr>
          <p:cNvSpPr>
            <a:spLocks noGrp="1"/>
          </p:cNvSpPr>
          <p:nvPr>
            <p:ph type="sldNum" sz="quarter" idx="5"/>
          </p:nvPr>
        </p:nvSpPr>
        <p:spPr/>
        <p:txBody>
          <a:bodyPr/>
          <a:lstStyle/>
          <a:p>
            <a:fld id="{DC3BF60C-4030-4F76-AC90-A9D2F9209219}" type="slidenum">
              <a:rPr lang="en-US" smtClean="0"/>
              <a:t>16</a:t>
            </a:fld>
            <a:endParaRPr lang="en-US"/>
          </a:p>
        </p:txBody>
      </p:sp>
    </p:spTree>
    <p:extLst>
      <p:ext uri="{BB962C8B-B14F-4D97-AF65-F5344CB8AC3E}">
        <p14:creationId xmlns:p14="http://schemas.microsoft.com/office/powerpoint/2010/main" val="3707306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845B4-A896-E128-687D-CE40E7D49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74825-07EA-9353-1CA6-B04B2C384D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ECD3A-7946-02E1-3DF4-1B505515B3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465313-CED4-C40C-DD20-7A68B67791AE}"/>
              </a:ext>
            </a:extLst>
          </p:cNvPr>
          <p:cNvSpPr>
            <a:spLocks noGrp="1"/>
          </p:cNvSpPr>
          <p:nvPr>
            <p:ph type="sldNum" sz="quarter" idx="5"/>
          </p:nvPr>
        </p:nvSpPr>
        <p:spPr/>
        <p:txBody>
          <a:bodyPr/>
          <a:lstStyle/>
          <a:p>
            <a:fld id="{DC3BF60C-4030-4F76-AC90-A9D2F9209219}" type="slidenum">
              <a:rPr lang="en-US" smtClean="0"/>
              <a:t>17</a:t>
            </a:fld>
            <a:endParaRPr lang="en-US"/>
          </a:p>
        </p:txBody>
      </p:sp>
    </p:spTree>
    <p:extLst>
      <p:ext uri="{BB962C8B-B14F-4D97-AF65-F5344CB8AC3E}">
        <p14:creationId xmlns:p14="http://schemas.microsoft.com/office/powerpoint/2010/main" val="1256005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66110-9B0E-A75D-AD44-65E787B50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9400AC-1F4E-7A8B-CCC3-8D7050B2D0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7DE88-A01D-2562-C9CE-5F2350F4E9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6EE4B8-C784-DBDD-ADF9-C04335FE722F}"/>
              </a:ext>
            </a:extLst>
          </p:cNvPr>
          <p:cNvSpPr>
            <a:spLocks noGrp="1"/>
          </p:cNvSpPr>
          <p:nvPr>
            <p:ph type="sldNum" sz="quarter" idx="5"/>
          </p:nvPr>
        </p:nvSpPr>
        <p:spPr/>
        <p:txBody>
          <a:bodyPr/>
          <a:lstStyle/>
          <a:p>
            <a:fld id="{DC3BF60C-4030-4F76-AC90-A9D2F9209219}" type="slidenum">
              <a:rPr lang="en-US" smtClean="0"/>
              <a:t>18</a:t>
            </a:fld>
            <a:endParaRPr lang="en-US"/>
          </a:p>
        </p:txBody>
      </p:sp>
    </p:spTree>
    <p:extLst>
      <p:ext uri="{BB962C8B-B14F-4D97-AF65-F5344CB8AC3E}">
        <p14:creationId xmlns:p14="http://schemas.microsoft.com/office/powerpoint/2010/main" val="2810368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C62D1-D6C7-F8D1-608F-316F6CFD8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5ADC14-C35B-8EE8-0610-FFE56E171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1CA9A-0835-3B36-59A9-A444D48143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0C668C-84B5-DCA7-509D-3DDEB3D825F2}"/>
              </a:ext>
            </a:extLst>
          </p:cNvPr>
          <p:cNvSpPr>
            <a:spLocks noGrp="1"/>
          </p:cNvSpPr>
          <p:nvPr>
            <p:ph type="sldNum" sz="quarter" idx="5"/>
          </p:nvPr>
        </p:nvSpPr>
        <p:spPr/>
        <p:txBody>
          <a:bodyPr/>
          <a:lstStyle/>
          <a:p>
            <a:fld id="{DC3BF60C-4030-4F76-AC90-A9D2F9209219}" type="slidenum">
              <a:rPr lang="en-US" smtClean="0"/>
              <a:t>19</a:t>
            </a:fld>
            <a:endParaRPr lang="en-US"/>
          </a:p>
        </p:txBody>
      </p:sp>
    </p:spTree>
    <p:extLst>
      <p:ext uri="{BB962C8B-B14F-4D97-AF65-F5344CB8AC3E}">
        <p14:creationId xmlns:p14="http://schemas.microsoft.com/office/powerpoint/2010/main" val="17940641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3BF60C-4030-4F76-AC90-A9D2F9209219}" type="slidenum">
              <a:rPr lang="en-US" smtClean="0"/>
              <a:t>20</a:t>
            </a:fld>
            <a:endParaRPr lang="en-US"/>
          </a:p>
        </p:txBody>
      </p:sp>
    </p:spTree>
    <p:extLst>
      <p:ext uri="{BB962C8B-B14F-4D97-AF65-F5344CB8AC3E}">
        <p14:creationId xmlns:p14="http://schemas.microsoft.com/office/powerpoint/2010/main" val="1037851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15B4D-9186-27A1-9163-B7A7EDB39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94381-6E3F-5428-C118-11D09BD87F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AE93AF-2816-0AB8-3BB1-FB3CD9BC43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E49F39-87B0-C71C-A441-7C8A48B63643}"/>
              </a:ext>
            </a:extLst>
          </p:cNvPr>
          <p:cNvSpPr>
            <a:spLocks noGrp="1"/>
          </p:cNvSpPr>
          <p:nvPr>
            <p:ph type="sldNum" sz="quarter" idx="5"/>
          </p:nvPr>
        </p:nvSpPr>
        <p:spPr/>
        <p:txBody>
          <a:bodyPr/>
          <a:lstStyle/>
          <a:p>
            <a:fld id="{DC3BF60C-4030-4F76-AC90-A9D2F9209219}" type="slidenum">
              <a:rPr lang="en-US" smtClean="0"/>
              <a:t>21</a:t>
            </a:fld>
            <a:endParaRPr lang="en-US"/>
          </a:p>
        </p:txBody>
      </p:sp>
    </p:spTree>
    <p:extLst>
      <p:ext uri="{BB962C8B-B14F-4D97-AF65-F5344CB8AC3E}">
        <p14:creationId xmlns:p14="http://schemas.microsoft.com/office/powerpoint/2010/main" val="39590622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EF220-CC3E-80A9-458F-E59C8264E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FC337-E727-7085-D74A-1BBF50BEA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E6FA7-4669-8BD8-CD29-B43D264462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07B85E-B998-A7F4-F89C-31FBB8EE5388}"/>
              </a:ext>
            </a:extLst>
          </p:cNvPr>
          <p:cNvSpPr>
            <a:spLocks noGrp="1"/>
          </p:cNvSpPr>
          <p:nvPr>
            <p:ph type="sldNum" sz="quarter" idx="5"/>
          </p:nvPr>
        </p:nvSpPr>
        <p:spPr/>
        <p:txBody>
          <a:bodyPr/>
          <a:lstStyle/>
          <a:p>
            <a:fld id="{DC3BF60C-4030-4F76-AC90-A9D2F9209219}" type="slidenum">
              <a:rPr lang="en-US" smtClean="0"/>
              <a:t>22</a:t>
            </a:fld>
            <a:endParaRPr lang="en-US"/>
          </a:p>
        </p:txBody>
      </p:sp>
    </p:spTree>
    <p:extLst>
      <p:ext uri="{BB962C8B-B14F-4D97-AF65-F5344CB8AC3E}">
        <p14:creationId xmlns:p14="http://schemas.microsoft.com/office/powerpoint/2010/main" val="29221074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483CF-0F71-3714-E8FB-AC14E4F06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72338-A3DF-D35E-B7D6-AABDE6B19D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66D67-63CD-F2D9-A93C-70E568E434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ECC45C-8255-C2E7-B843-A9537670AE61}"/>
              </a:ext>
            </a:extLst>
          </p:cNvPr>
          <p:cNvSpPr>
            <a:spLocks noGrp="1"/>
          </p:cNvSpPr>
          <p:nvPr>
            <p:ph type="sldNum" sz="quarter" idx="5"/>
          </p:nvPr>
        </p:nvSpPr>
        <p:spPr/>
        <p:txBody>
          <a:bodyPr/>
          <a:lstStyle/>
          <a:p>
            <a:fld id="{DC3BF60C-4030-4F76-AC90-A9D2F9209219}" type="slidenum">
              <a:rPr lang="en-US" smtClean="0"/>
              <a:t>23</a:t>
            </a:fld>
            <a:endParaRPr lang="en-US"/>
          </a:p>
        </p:txBody>
      </p:sp>
    </p:spTree>
    <p:extLst>
      <p:ext uri="{BB962C8B-B14F-4D97-AF65-F5344CB8AC3E}">
        <p14:creationId xmlns:p14="http://schemas.microsoft.com/office/powerpoint/2010/main" val="3773948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AE493-91E6-1BAD-87F8-1B3EA04B8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422BE8-7ED4-7AB0-0D48-EF7480B372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74E835-8E65-BBC5-BF19-409EA92A05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B23778-D520-696B-813A-9C34DF90BD35}"/>
              </a:ext>
            </a:extLst>
          </p:cNvPr>
          <p:cNvSpPr>
            <a:spLocks noGrp="1"/>
          </p:cNvSpPr>
          <p:nvPr>
            <p:ph type="sldNum" sz="quarter" idx="5"/>
          </p:nvPr>
        </p:nvSpPr>
        <p:spPr/>
        <p:txBody>
          <a:bodyPr/>
          <a:lstStyle/>
          <a:p>
            <a:fld id="{DC3BF60C-4030-4F76-AC90-A9D2F9209219}" type="slidenum">
              <a:rPr lang="en-US" smtClean="0"/>
              <a:t>24</a:t>
            </a:fld>
            <a:endParaRPr lang="en-US"/>
          </a:p>
        </p:txBody>
      </p:sp>
    </p:spTree>
    <p:extLst>
      <p:ext uri="{BB962C8B-B14F-4D97-AF65-F5344CB8AC3E}">
        <p14:creationId xmlns:p14="http://schemas.microsoft.com/office/powerpoint/2010/main" val="29229725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BA9F3-E373-7644-21EE-34F3DF5041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439E3-AA8A-57EE-6EA5-BEE8831DB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DA317-86BD-CAF4-82AE-58861FE546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FB3265-5492-93F2-5D1A-1E095D39FAB8}"/>
              </a:ext>
            </a:extLst>
          </p:cNvPr>
          <p:cNvSpPr>
            <a:spLocks noGrp="1"/>
          </p:cNvSpPr>
          <p:nvPr>
            <p:ph type="sldNum" sz="quarter" idx="5"/>
          </p:nvPr>
        </p:nvSpPr>
        <p:spPr/>
        <p:txBody>
          <a:bodyPr/>
          <a:lstStyle/>
          <a:p>
            <a:fld id="{DC3BF60C-4030-4F76-AC90-A9D2F9209219}" type="slidenum">
              <a:rPr lang="en-US" smtClean="0"/>
              <a:t>25</a:t>
            </a:fld>
            <a:endParaRPr lang="en-US"/>
          </a:p>
        </p:txBody>
      </p:sp>
    </p:spTree>
    <p:extLst>
      <p:ext uri="{BB962C8B-B14F-4D97-AF65-F5344CB8AC3E}">
        <p14:creationId xmlns:p14="http://schemas.microsoft.com/office/powerpoint/2010/main" val="1246150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25956-2BAE-0D28-145A-1EFEC9EC5C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550E4D-2948-9D18-3B21-F2B98B15F3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490C83-6167-FDAF-9958-9B2C1671F8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29DBAF-3584-6F3D-A139-C8278E0A4A73}"/>
              </a:ext>
            </a:extLst>
          </p:cNvPr>
          <p:cNvSpPr>
            <a:spLocks noGrp="1"/>
          </p:cNvSpPr>
          <p:nvPr>
            <p:ph type="sldNum" sz="quarter" idx="5"/>
          </p:nvPr>
        </p:nvSpPr>
        <p:spPr/>
        <p:txBody>
          <a:bodyPr/>
          <a:lstStyle/>
          <a:p>
            <a:fld id="{DC3BF60C-4030-4F76-AC90-A9D2F9209219}" type="slidenum">
              <a:rPr lang="en-US" smtClean="0"/>
              <a:t>26</a:t>
            </a:fld>
            <a:endParaRPr lang="en-US"/>
          </a:p>
        </p:txBody>
      </p:sp>
    </p:spTree>
    <p:extLst>
      <p:ext uri="{BB962C8B-B14F-4D97-AF65-F5344CB8AC3E}">
        <p14:creationId xmlns:p14="http://schemas.microsoft.com/office/powerpoint/2010/main" val="40367979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D97C3-E590-EDC8-5499-57080D77B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55FFD-CFFE-D1F9-2D3D-13B482A661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0CB2FC-3DBE-2F6F-C9A2-E5ED2C322E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F0273E-B1FC-8215-E99E-8677A161EA7A}"/>
              </a:ext>
            </a:extLst>
          </p:cNvPr>
          <p:cNvSpPr>
            <a:spLocks noGrp="1"/>
          </p:cNvSpPr>
          <p:nvPr>
            <p:ph type="sldNum" sz="quarter" idx="5"/>
          </p:nvPr>
        </p:nvSpPr>
        <p:spPr/>
        <p:txBody>
          <a:bodyPr/>
          <a:lstStyle/>
          <a:p>
            <a:fld id="{DC3BF60C-4030-4F76-AC90-A9D2F9209219}" type="slidenum">
              <a:rPr lang="en-US" smtClean="0"/>
              <a:t>27</a:t>
            </a:fld>
            <a:endParaRPr lang="en-US"/>
          </a:p>
        </p:txBody>
      </p:sp>
    </p:spTree>
    <p:extLst>
      <p:ext uri="{BB962C8B-B14F-4D97-AF65-F5344CB8AC3E}">
        <p14:creationId xmlns:p14="http://schemas.microsoft.com/office/powerpoint/2010/main" val="37491649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C7095-695C-7458-5192-C30E8BCFC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07E00-BEBD-9D22-7EF5-6379731FD0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B7C11E-EB88-928C-5C50-2DA65AF176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BDAD21-E5C5-2C71-E775-CE25947CEC1B}"/>
              </a:ext>
            </a:extLst>
          </p:cNvPr>
          <p:cNvSpPr>
            <a:spLocks noGrp="1"/>
          </p:cNvSpPr>
          <p:nvPr>
            <p:ph type="sldNum" sz="quarter" idx="5"/>
          </p:nvPr>
        </p:nvSpPr>
        <p:spPr/>
        <p:txBody>
          <a:bodyPr/>
          <a:lstStyle/>
          <a:p>
            <a:fld id="{DC3BF60C-4030-4F76-AC90-A9D2F9209219}" type="slidenum">
              <a:rPr lang="en-US" smtClean="0"/>
              <a:t>28</a:t>
            </a:fld>
            <a:endParaRPr lang="en-US"/>
          </a:p>
        </p:txBody>
      </p:sp>
    </p:spTree>
    <p:extLst>
      <p:ext uri="{BB962C8B-B14F-4D97-AF65-F5344CB8AC3E}">
        <p14:creationId xmlns:p14="http://schemas.microsoft.com/office/powerpoint/2010/main" val="33719573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58BD8-C889-B03F-FF33-E063CBFFE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8D2AE-A1FA-017A-4343-C11CF13F5C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50A2C2-0ABD-259D-A4FF-5BDC59F0702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https://decovar.dev/blog/2022/10/30/cpp-dependencies-with-vcpkg/</a:t>
            </a:r>
          </a:p>
          <a:p>
            <a:endParaRPr lang="en-US" dirty="0"/>
          </a:p>
        </p:txBody>
      </p:sp>
      <p:sp>
        <p:nvSpPr>
          <p:cNvPr id="4" name="Slide Number Placeholder 3">
            <a:extLst>
              <a:ext uri="{FF2B5EF4-FFF2-40B4-BE49-F238E27FC236}">
                <a16:creationId xmlns:a16="http://schemas.microsoft.com/office/drawing/2014/main" id="{0B4A2F94-A3E0-5CE6-7252-1BD7FF6E0AC8}"/>
              </a:ext>
            </a:extLst>
          </p:cNvPr>
          <p:cNvSpPr>
            <a:spLocks noGrp="1"/>
          </p:cNvSpPr>
          <p:nvPr>
            <p:ph type="sldNum" sz="quarter" idx="5"/>
          </p:nvPr>
        </p:nvSpPr>
        <p:spPr/>
        <p:txBody>
          <a:bodyPr/>
          <a:lstStyle/>
          <a:p>
            <a:fld id="{DC3BF60C-4030-4F76-AC90-A9D2F9209219}" type="slidenum">
              <a:rPr lang="en-US" smtClean="0"/>
              <a:t>29</a:t>
            </a:fld>
            <a:endParaRPr lang="en-US"/>
          </a:p>
        </p:txBody>
      </p:sp>
    </p:spTree>
    <p:extLst>
      <p:ext uri="{BB962C8B-B14F-4D97-AF65-F5344CB8AC3E}">
        <p14:creationId xmlns:p14="http://schemas.microsoft.com/office/powerpoint/2010/main" val="781874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9517E-1191-1EB9-CB18-3E621D965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1FFCCD-1893-BDE1-D560-F49D36523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898A51-E858-E611-D64C-307849B7593D}"/>
              </a:ext>
            </a:extLst>
          </p:cNvPr>
          <p:cNvSpPr>
            <a:spLocks noGrp="1"/>
          </p:cNvSpPr>
          <p:nvPr>
            <p:ph type="body" idx="1"/>
          </p:nvPr>
        </p:nvSpPr>
        <p:spPr/>
        <p:txBody>
          <a:bodyPr/>
          <a:lstStyle/>
          <a:p>
            <a:pPr algn="l">
              <a:lnSpc>
                <a:spcPts val="1800"/>
              </a:lnSpc>
              <a:spcAft>
                <a:spcPts val="1800"/>
              </a:spcAft>
              <a:buFont typeface="Arial" panose="020B0604020202020204" pitchFamily="34" charset="0"/>
              <a:buNone/>
            </a:pPr>
            <a:r>
              <a:rPr lang="en-US" b="0" i="0" dirty="0">
                <a:solidFill>
                  <a:srgbClr val="404040"/>
                </a:solidFill>
                <a:effectLst/>
                <a:latin typeface="Lato" panose="020F0502020204030204" pitchFamily="34" charset="0"/>
              </a:rPr>
              <a:t>https://docs.conan.io/2/introduction.html</a:t>
            </a:r>
          </a:p>
          <a:p>
            <a:pPr algn="l">
              <a:lnSpc>
                <a:spcPts val="1800"/>
              </a:lnSpc>
              <a:spcAft>
                <a:spcPts val="1800"/>
              </a:spcAft>
              <a:buFont typeface="Arial" panose="020B0604020202020204" pitchFamily="34" charset="0"/>
              <a:buChar char="•"/>
            </a:pPr>
            <a:endParaRPr lang="en-US" b="0" i="0" dirty="0">
              <a:solidFill>
                <a:srgbClr val="404040"/>
              </a:solidFill>
              <a:effectLst/>
              <a:latin typeface="Lato" panose="020F0502020204030204" pitchFamily="34" charset="0"/>
            </a:endParaRPr>
          </a:p>
          <a:p>
            <a:pPr algn="l">
              <a:lnSpc>
                <a:spcPts val="1800"/>
              </a:lnSpc>
              <a:spcAft>
                <a:spcPts val="1800"/>
              </a:spcAft>
              <a:buFont typeface="Arial" panose="020B0604020202020204" pitchFamily="34" charset="0"/>
              <a:buChar char="•"/>
            </a:pPr>
            <a:r>
              <a:rPr lang="en-US" b="0" i="0" dirty="0">
                <a:solidFill>
                  <a:srgbClr val="404040"/>
                </a:solidFill>
                <a:effectLst/>
                <a:latin typeface="Lato" panose="020F0502020204030204" pitchFamily="34" charset="0"/>
              </a:rPr>
              <a:t>The Conan client: this is a console/terminal command-line application, containing the heavy logic for package creation and consumption. Conan client has a local cache for package storage, and so it allows you to fully create and test packages offline. You can also work offline as long as no new packages are needed from remote servers.</a:t>
            </a:r>
          </a:p>
          <a:p>
            <a:pPr algn="l">
              <a:lnSpc>
                <a:spcPts val="1800"/>
              </a:lnSpc>
              <a:spcAft>
                <a:spcPts val="1800"/>
              </a:spcAft>
              <a:buFont typeface="Arial" panose="020B0604020202020204" pitchFamily="34" charset="0"/>
              <a:buChar char="•"/>
            </a:pPr>
            <a:r>
              <a:rPr lang="en-US" b="0" i="0" u="none" strike="noStrike" dirty="0" err="1">
                <a:solidFill>
                  <a:srgbClr val="2980B9"/>
                </a:solidFill>
                <a:effectLst/>
                <a:latin typeface="Lato" panose="020F0502020204030204" pitchFamily="34" charset="0"/>
                <a:hlinkClick r:id="rId3"/>
              </a:rPr>
              <a:t>JFrog</a:t>
            </a:r>
            <a:r>
              <a:rPr lang="en-US" b="0" i="0" u="none" strike="noStrike" dirty="0">
                <a:solidFill>
                  <a:srgbClr val="2980B9"/>
                </a:solidFill>
                <a:effectLst/>
                <a:latin typeface="Lato" panose="020F0502020204030204" pitchFamily="34" charset="0"/>
                <a:hlinkClick r:id="rId3"/>
              </a:rPr>
              <a:t> Artifactory Community Edition (CE)</a:t>
            </a:r>
            <a:r>
              <a:rPr lang="en-US" b="0" i="0" dirty="0">
                <a:solidFill>
                  <a:srgbClr val="404040"/>
                </a:solidFill>
                <a:effectLst/>
                <a:latin typeface="Lato" panose="020F0502020204030204" pitchFamily="34" charset="0"/>
              </a:rPr>
              <a:t> is the recommended Conan server to host your own packages privately under your control. It is a free community edition of </a:t>
            </a:r>
            <a:r>
              <a:rPr lang="en-US" b="0" i="0" dirty="0" err="1">
                <a:solidFill>
                  <a:srgbClr val="404040"/>
                </a:solidFill>
                <a:effectLst/>
                <a:latin typeface="Lato" panose="020F0502020204030204" pitchFamily="34" charset="0"/>
              </a:rPr>
              <a:t>JFrog</a:t>
            </a:r>
            <a:r>
              <a:rPr lang="en-US" b="0" i="0" dirty="0">
                <a:solidFill>
                  <a:srgbClr val="404040"/>
                </a:solidFill>
                <a:effectLst/>
                <a:latin typeface="Lato" panose="020F0502020204030204" pitchFamily="34" charset="0"/>
              </a:rPr>
              <a:t> Artifactory for Conan packages, including a </a:t>
            </a:r>
            <a:r>
              <a:rPr lang="en-US" b="0" i="0" dirty="0" err="1">
                <a:solidFill>
                  <a:srgbClr val="404040"/>
                </a:solidFill>
                <a:effectLst/>
                <a:latin typeface="Lato" panose="020F0502020204030204" pitchFamily="34" charset="0"/>
              </a:rPr>
              <a:t>WebUI</a:t>
            </a:r>
            <a:r>
              <a:rPr lang="en-US" b="0" i="0" dirty="0">
                <a:solidFill>
                  <a:srgbClr val="404040"/>
                </a:solidFill>
                <a:effectLst/>
                <a:latin typeface="Lato" panose="020F0502020204030204" pitchFamily="34" charset="0"/>
              </a:rPr>
              <a:t>, multiple auth protocols (LDAP), Virtual and Remote repositories to create advanced topologies, a Rest API, and generic repositories to host any artifact.</a:t>
            </a:r>
          </a:p>
          <a:p>
            <a:pPr algn="l">
              <a:lnSpc>
                <a:spcPts val="1800"/>
              </a:lnSpc>
              <a:spcAft>
                <a:spcPts val="1800"/>
              </a:spcAft>
              <a:buFont typeface="Arial" panose="020B0604020202020204" pitchFamily="34" charset="0"/>
              <a:buChar char="•"/>
            </a:pPr>
            <a:r>
              <a:rPr lang="en-US" b="0" i="0" dirty="0">
                <a:solidFill>
                  <a:srgbClr val="404040"/>
                </a:solidFill>
                <a:effectLst/>
                <a:latin typeface="Lato" panose="020F0502020204030204" pitchFamily="34" charset="0"/>
              </a:rPr>
              <a:t>The </a:t>
            </a:r>
            <a:r>
              <a:rPr lang="en-US" b="0" i="0" dirty="0" err="1">
                <a:solidFill>
                  <a:srgbClr val="404040"/>
                </a:solidFill>
                <a:effectLst/>
                <a:latin typeface="Lato" panose="020F0502020204030204" pitchFamily="34" charset="0"/>
              </a:rPr>
              <a:t>conan_server</a:t>
            </a:r>
            <a:r>
              <a:rPr lang="en-US" b="0" i="0" dirty="0">
                <a:solidFill>
                  <a:srgbClr val="404040"/>
                </a:solidFill>
                <a:effectLst/>
                <a:latin typeface="Lato" panose="020F0502020204030204" pitchFamily="34" charset="0"/>
              </a:rPr>
              <a:t> is a small server distributed together with the Conan client. It is a simple open-source implementation and provides basic functionality, but no </a:t>
            </a:r>
            <a:r>
              <a:rPr lang="en-US" b="0" i="0" dirty="0" err="1">
                <a:solidFill>
                  <a:srgbClr val="404040"/>
                </a:solidFill>
                <a:effectLst/>
                <a:latin typeface="Lato" panose="020F0502020204030204" pitchFamily="34" charset="0"/>
              </a:rPr>
              <a:t>WebUI</a:t>
            </a:r>
            <a:r>
              <a:rPr lang="en-US" b="0" i="0" dirty="0">
                <a:solidFill>
                  <a:srgbClr val="404040"/>
                </a:solidFill>
                <a:effectLst/>
                <a:latin typeface="Lato" panose="020F0502020204030204" pitchFamily="34" charset="0"/>
              </a:rPr>
              <a:t> or other advanced features.</a:t>
            </a:r>
          </a:p>
          <a:p>
            <a:pPr algn="l">
              <a:lnSpc>
                <a:spcPts val="1800"/>
              </a:lnSpc>
              <a:spcAft>
                <a:spcPts val="1800"/>
              </a:spcAft>
              <a:buFont typeface="Arial" panose="020B0604020202020204" pitchFamily="34" charset="0"/>
              <a:buChar char="•"/>
            </a:pPr>
            <a:r>
              <a:rPr lang="en-US" b="0" i="0" u="none" strike="noStrike" dirty="0" err="1">
                <a:solidFill>
                  <a:srgbClr val="2980B9"/>
                </a:solidFill>
                <a:effectLst/>
                <a:latin typeface="Lato" panose="020F0502020204030204" pitchFamily="34" charset="0"/>
                <a:hlinkClick r:id="rId4"/>
              </a:rPr>
              <a:t>ConanCenter</a:t>
            </a:r>
            <a:r>
              <a:rPr lang="en-US" b="0" i="0" dirty="0">
                <a:solidFill>
                  <a:srgbClr val="404040"/>
                </a:solidFill>
                <a:effectLst/>
                <a:latin typeface="Lato" panose="020F0502020204030204" pitchFamily="34" charset="0"/>
              </a:rPr>
              <a:t> is a central public repository where the community contributes packages for popular open-source libraries like Boost, </a:t>
            </a:r>
            <a:r>
              <a:rPr lang="en-US" b="0" i="0" dirty="0" err="1">
                <a:solidFill>
                  <a:srgbClr val="404040"/>
                </a:solidFill>
                <a:effectLst/>
                <a:latin typeface="Lato" panose="020F0502020204030204" pitchFamily="34" charset="0"/>
              </a:rPr>
              <a:t>Zlib</a:t>
            </a:r>
            <a:r>
              <a:rPr lang="en-US" b="0" i="0" dirty="0">
                <a:solidFill>
                  <a:srgbClr val="404040"/>
                </a:solidFill>
                <a:effectLst/>
                <a:latin typeface="Lato" panose="020F0502020204030204" pitchFamily="34" charset="0"/>
              </a:rPr>
              <a:t>, OpenSSL, Poco, etc.</a:t>
            </a:r>
          </a:p>
          <a:p>
            <a:pPr algn="l">
              <a:lnSpc>
                <a:spcPts val="1800"/>
              </a:lnSpc>
              <a:spcAft>
                <a:spcPts val="1800"/>
              </a:spcAft>
              <a:buFont typeface="Arial" panose="020B0604020202020204" pitchFamily="34" charset="0"/>
              <a:buChar char="•"/>
            </a:pPr>
            <a:endParaRPr lang="en-US" b="0" i="0" dirty="0">
              <a:solidFill>
                <a:srgbClr val="404040"/>
              </a:solidFill>
              <a:effectLst/>
              <a:latin typeface="Lato" panose="020F0502020204030204" pitchFamily="34" charset="0"/>
            </a:endParaRPr>
          </a:p>
          <a:p>
            <a:pPr algn="l">
              <a:lnSpc>
                <a:spcPts val="1800"/>
              </a:lnSpc>
              <a:spcAft>
                <a:spcPts val="1800"/>
              </a:spcAft>
              <a:buNone/>
            </a:pPr>
            <a:r>
              <a:rPr lang="en-US" b="0" i="0" dirty="0">
                <a:solidFill>
                  <a:srgbClr val="404040"/>
                </a:solidFill>
                <a:effectLst/>
                <a:latin typeface="Lato" panose="020F0502020204030203" pitchFamily="34" charset="0"/>
              </a:rPr>
              <a:t>One of the most powerful features of Conan is that it can create and manage pre-compiled binaries for any possible platform and configuration. By using pre-compiled binaries and avoiding repeated builds from source, it saves significant time for developers and Continuous Integration servers, while also improving the reproducibility and traceability of artifacts.</a:t>
            </a:r>
          </a:p>
          <a:p>
            <a:pPr algn="l">
              <a:lnSpc>
                <a:spcPts val="1800"/>
              </a:lnSpc>
              <a:spcAft>
                <a:spcPts val="1800"/>
              </a:spcAft>
            </a:pPr>
            <a:r>
              <a:rPr lang="en-US" b="0" i="0" dirty="0">
                <a:solidFill>
                  <a:srgbClr val="404040"/>
                </a:solidFill>
                <a:effectLst/>
                <a:latin typeface="Lato" panose="020F0502020204030203" pitchFamily="34" charset="0"/>
              </a:rPr>
              <a:t>A package is defined by a “conanfile.py”. This is a file that defines the package’s dependencies, sources, how to build the binaries from sources, etc. One package “conanfile.py” recipe can generate any arbitrary number of binaries, one for each different platform and configuration: operating system, architecture, compiler, build type, etc. These binaries can be created and uploaded to a server with the same commands in all platforms, having a single source of truth for all packages and not requiring a different solution for every different operating system.</a:t>
            </a:r>
          </a:p>
          <a:p>
            <a:pPr algn="l">
              <a:lnSpc>
                <a:spcPts val="1800"/>
              </a:lnSpc>
              <a:spcAft>
                <a:spcPts val="1800"/>
              </a:spcAft>
              <a:buFont typeface="Arial" panose="020B0604020202020204" pitchFamily="34" charset="0"/>
              <a:buChar char="•"/>
            </a:pPr>
            <a:endParaRPr lang="en-US" b="0" i="0" dirty="0">
              <a:solidFill>
                <a:srgbClr val="404040"/>
              </a:solidFill>
              <a:effectLst/>
              <a:latin typeface="Lato" panose="020F0502020204030204" pitchFamily="34" charset="0"/>
            </a:endParaRPr>
          </a:p>
        </p:txBody>
      </p:sp>
      <p:sp>
        <p:nvSpPr>
          <p:cNvPr id="4" name="Slide Number Placeholder 3">
            <a:extLst>
              <a:ext uri="{FF2B5EF4-FFF2-40B4-BE49-F238E27FC236}">
                <a16:creationId xmlns:a16="http://schemas.microsoft.com/office/drawing/2014/main" id="{D1179184-8C18-A0B8-1C6A-3E25F790E2AC}"/>
              </a:ext>
            </a:extLst>
          </p:cNvPr>
          <p:cNvSpPr>
            <a:spLocks noGrp="1"/>
          </p:cNvSpPr>
          <p:nvPr>
            <p:ph type="sldNum" sz="quarter" idx="5"/>
          </p:nvPr>
        </p:nvSpPr>
        <p:spPr/>
        <p:txBody>
          <a:bodyPr/>
          <a:lstStyle/>
          <a:p>
            <a:fld id="{DC3BF60C-4030-4F76-AC90-A9D2F9209219}" type="slidenum">
              <a:rPr lang="en-US" smtClean="0"/>
              <a:t>30</a:t>
            </a:fld>
            <a:endParaRPr lang="en-US"/>
          </a:p>
        </p:txBody>
      </p:sp>
    </p:spTree>
    <p:extLst>
      <p:ext uri="{BB962C8B-B14F-4D97-AF65-F5344CB8AC3E}">
        <p14:creationId xmlns:p14="http://schemas.microsoft.com/office/powerpoint/2010/main" val="13548366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C54E2-A68B-E5F9-F3D2-CE810C5CF6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3921A2-9EFE-1DFF-8538-3044B7BE0F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B7B39-DF4D-93A8-FC44-F8B0844908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002673-3E6C-10E1-752A-F140DF9FE82D}"/>
              </a:ext>
            </a:extLst>
          </p:cNvPr>
          <p:cNvSpPr>
            <a:spLocks noGrp="1"/>
          </p:cNvSpPr>
          <p:nvPr>
            <p:ph type="sldNum" sz="quarter" idx="5"/>
          </p:nvPr>
        </p:nvSpPr>
        <p:spPr/>
        <p:txBody>
          <a:bodyPr/>
          <a:lstStyle/>
          <a:p>
            <a:fld id="{DC3BF60C-4030-4F76-AC90-A9D2F9209219}" type="slidenum">
              <a:rPr lang="en-US" smtClean="0"/>
              <a:t>31</a:t>
            </a:fld>
            <a:endParaRPr lang="en-US"/>
          </a:p>
        </p:txBody>
      </p:sp>
    </p:spTree>
    <p:extLst>
      <p:ext uri="{BB962C8B-B14F-4D97-AF65-F5344CB8AC3E}">
        <p14:creationId xmlns:p14="http://schemas.microsoft.com/office/powerpoint/2010/main" val="32972319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A3309-C389-783F-F049-A0C0303181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E26761-6EDF-2523-2363-57BE0FF7BA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28B33-A981-4371-E1BF-EC570EB37F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EF7497-9D0D-4A21-9A14-C2B0C198E5E4}"/>
              </a:ext>
            </a:extLst>
          </p:cNvPr>
          <p:cNvSpPr>
            <a:spLocks noGrp="1"/>
          </p:cNvSpPr>
          <p:nvPr>
            <p:ph type="sldNum" sz="quarter" idx="5"/>
          </p:nvPr>
        </p:nvSpPr>
        <p:spPr/>
        <p:txBody>
          <a:bodyPr/>
          <a:lstStyle/>
          <a:p>
            <a:fld id="{DC3BF60C-4030-4F76-AC90-A9D2F9209219}" type="slidenum">
              <a:rPr lang="en-US" smtClean="0"/>
              <a:t>32</a:t>
            </a:fld>
            <a:endParaRPr lang="en-US"/>
          </a:p>
        </p:txBody>
      </p:sp>
    </p:spTree>
    <p:extLst>
      <p:ext uri="{BB962C8B-B14F-4D97-AF65-F5344CB8AC3E}">
        <p14:creationId xmlns:p14="http://schemas.microsoft.com/office/powerpoint/2010/main" val="28808981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2319A-8393-CBCD-5AA8-4838A911D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9C5A9-06A8-42A0-10B5-27D217D61A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671D9-9B57-4E4E-4244-468B91DAC048}"/>
              </a:ext>
            </a:extLst>
          </p:cNvPr>
          <p:cNvSpPr>
            <a:spLocks noGrp="1"/>
          </p:cNvSpPr>
          <p:nvPr>
            <p:ph type="body" idx="1"/>
          </p:nvPr>
        </p:nvSpPr>
        <p:spPr/>
        <p:txBody>
          <a:bodyPr/>
          <a:lstStyle/>
          <a:p>
            <a:r>
              <a:rPr lang="en-US" b="0">
                <a:solidFill>
                  <a:srgbClr val="CCCCCC"/>
                </a:solidFill>
                <a:effectLst/>
                <a:latin typeface="Consolas" panose="020B0609020204030204" pitchFamily="49" charset="0"/>
              </a:rPr>
              <a:t>When I ask colleagues or companies to share their designs, I usually receive a zip file, which I then have to open in desktop EDA software—even if I don’t intend to modify it.</a:t>
            </a:r>
          </a:p>
          <a:p>
            <a:br>
              <a:rPr lang="en-US" b="0">
                <a:solidFill>
                  <a:srgbClr val="CCCCCC"/>
                </a:solidFill>
                <a:effectLst/>
                <a:latin typeface="Consolas" panose="020B0609020204030204" pitchFamily="49" charset="0"/>
              </a:rPr>
            </a:br>
            <a:r>
              <a:rPr lang="en-US" b="0">
                <a:solidFill>
                  <a:srgbClr val="CCCCCC"/>
                </a:solidFill>
                <a:effectLst/>
                <a:latin typeface="Consolas" panose="020B0609020204030204" pitchFamily="49" charset="0"/>
              </a:rPr>
              <a:t>For documentation, SVG or JPG images are common formats, but they often lack the item properties I need.</a:t>
            </a:r>
          </a:p>
          <a:p>
            <a:endParaRPr lang="en-US" b="0">
              <a:solidFill>
                <a:srgbClr val="CCCCCC"/>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rgbClr val="CCCCCC"/>
                </a:solidFill>
                <a:effectLst/>
                <a:latin typeface="Consolas" panose="020B0609020204030204" pitchFamily="49" charset="0"/>
              </a:rPr>
              <a:t>With ECAD-Viewer, you can share your design with just a single link.</a:t>
            </a:r>
          </a:p>
          <a:p>
            <a:endParaRPr lang="en-US" b="0">
              <a:solidFill>
                <a:srgbClr val="CCCCCC"/>
              </a:solidFill>
              <a:effectLst/>
              <a:latin typeface="Consolas" panose="020B0609020204030204" pitchFamily="49" charset="0"/>
            </a:endParaRPr>
          </a:p>
          <a:p>
            <a:endParaRPr lang="en-US" dirty="0"/>
          </a:p>
        </p:txBody>
      </p:sp>
      <p:sp>
        <p:nvSpPr>
          <p:cNvPr id="4" name="Slide Number Placeholder 3">
            <a:extLst>
              <a:ext uri="{FF2B5EF4-FFF2-40B4-BE49-F238E27FC236}">
                <a16:creationId xmlns:a16="http://schemas.microsoft.com/office/drawing/2014/main" id="{EE377ACB-040D-3B90-F676-E0997F25BFC5}"/>
              </a:ext>
            </a:extLst>
          </p:cNvPr>
          <p:cNvSpPr>
            <a:spLocks noGrp="1"/>
          </p:cNvSpPr>
          <p:nvPr>
            <p:ph type="sldNum" sz="quarter" idx="5"/>
          </p:nvPr>
        </p:nvSpPr>
        <p:spPr/>
        <p:txBody>
          <a:bodyPr/>
          <a:lstStyle/>
          <a:p>
            <a:fld id="{DC3BF60C-4030-4F76-AC90-A9D2F9209219}" type="slidenum">
              <a:rPr lang="en-US" smtClean="0"/>
              <a:t>33</a:t>
            </a:fld>
            <a:endParaRPr lang="en-US"/>
          </a:p>
        </p:txBody>
      </p:sp>
    </p:spTree>
    <p:extLst>
      <p:ext uri="{BB962C8B-B14F-4D97-AF65-F5344CB8AC3E}">
        <p14:creationId xmlns:p14="http://schemas.microsoft.com/office/powerpoint/2010/main" val="32825345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5D210-D2EF-3D48-84D8-C0BB162BC7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CEBC6-DB52-F596-C557-D8E3D7D31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EBA11E-5C5D-16B5-B22F-AD5F858401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C9266B-C341-5A95-890A-7E54ECF3528B}"/>
              </a:ext>
            </a:extLst>
          </p:cNvPr>
          <p:cNvSpPr>
            <a:spLocks noGrp="1"/>
          </p:cNvSpPr>
          <p:nvPr>
            <p:ph type="sldNum" sz="quarter" idx="5"/>
          </p:nvPr>
        </p:nvSpPr>
        <p:spPr/>
        <p:txBody>
          <a:bodyPr/>
          <a:lstStyle/>
          <a:p>
            <a:fld id="{DC3BF60C-4030-4F76-AC90-A9D2F9209219}" type="slidenum">
              <a:rPr lang="en-US" smtClean="0"/>
              <a:t>34</a:t>
            </a:fld>
            <a:endParaRPr lang="en-US"/>
          </a:p>
        </p:txBody>
      </p:sp>
    </p:spTree>
    <p:extLst>
      <p:ext uri="{BB962C8B-B14F-4D97-AF65-F5344CB8AC3E}">
        <p14:creationId xmlns:p14="http://schemas.microsoft.com/office/powerpoint/2010/main" val="4245257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9EE72-FB45-0480-339F-FB28F456B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F423B-EB53-8071-A063-E16A05EA1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5C813-4A2B-A69E-2CC1-0F0487F11A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F87726-5487-D2F3-7FB0-EAAD0767244C}"/>
              </a:ext>
            </a:extLst>
          </p:cNvPr>
          <p:cNvSpPr>
            <a:spLocks noGrp="1"/>
          </p:cNvSpPr>
          <p:nvPr>
            <p:ph type="sldNum" sz="quarter" idx="5"/>
          </p:nvPr>
        </p:nvSpPr>
        <p:spPr/>
        <p:txBody>
          <a:bodyPr/>
          <a:lstStyle/>
          <a:p>
            <a:fld id="{DC3BF60C-4030-4F76-AC90-A9D2F9209219}" type="slidenum">
              <a:rPr lang="en-US" smtClean="0"/>
              <a:t>35</a:t>
            </a:fld>
            <a:endParaRPr lang="en-US"/>
          </a:p>
        </p:txBody>
      </p:sp>
    </p:spTree>
    <p:extLst>
      <p:ext uri="{BB962C8B-B14F-4D97-AF65-F5344CB8AC3E}">
        <p14:creationId xmlns:p14="http://schemas.microsoft.com/office/powerpoint/2010/main" val="15645035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0B7B1-E46A-FEC5-44E4-B10289808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0C9A5-D692-32B3-3B34-F78FF5928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7EA543-5AE1-8920-0332-7E066B9E2A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A196F9-E738-D055-15F0-01265D917B1F}"/>
              </a:ext>
            </a:extLst>
          </p:cNvPr>
          <p:cNvSpPr>
            <a:spLocks noGrp="1"/>
          </p:cNvSpPr>
          <p:nvPr>
            <p:ph type="sldNum" sz="quarter" idx="5"/>
          </p:nvPr>
        </p:nvSpPr>
        <p:spPr/>
        <p:txBody>
          <a:bodyPr/>
          <a:lstStyle/>
          <a:p>
            <a:fld id="{DC3BF60C-4030-4F76-AC90-A9D2F9209219}" type="slidenum">
              <a:rPr lang="en-US" smtClean="0"/>
              <a:t>36</a:t>
            </a:fld>
            <a:endParaRPr lang="en-US"/>
          </a:p>
        </p:txBody>
      </p:sp>
    </p:spTree>
    <p:extLst>
      <p:ext uri="{BB962C8B-B14F-4D97-AF65-F5344CB8AC3E}">
        <p14:creationId xmlns:p14="http://schemas.microsoft.com/office/powerpoint/2010/main" val="29311149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96CFD-A8FB-688E-A8D9-2D7C26D4B6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F7D8D-104C-AC9D-ABAC-8CBC4D4638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E5182F-3A1F-593E-C710-FBE189A9F7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28E730-66CC-F8D0-AE54-BF6234ED715D}"/>
              </a:ext>
            </a:extLst>
          </p:cNvPr>
          <p:cNvSpPr>
            <a:spLocks noGrp="1"/>
          </p:cNvSpPr>
          <p:nvPr>
            <p:ph type="sldNum" sz="quarter" idx="5"/>
          </p:nvPr>
        </p:nvSpPr>
        <p:spPr/>
        <p:txBody>
          <a:bodyPr/>
          <a:lstStyle/>
          <a:p>
            <a:fld id="{DC3BF60C-4030-4F76-AC90-A9D2F9209219}" type="slidenum">
              <a:rPr lang="en-US" smtClean="0"/>
              <a:t>37</a:t>
            </a:fld>
            <a:endParaRPr lang="en-US"/>
          </a:p>
        </p:txBody>
      </p:sp>
    </p:spTree>
    <p:extLst>
      <p:ext uri="{BB962C8B-B14F-4D97-AF65-F5344CB8AC3E}">
        <p14:creationId xmlns:p14="http://schemas.microsoft.com/office/powerpoint/2010/main" val="10841472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A2FA1-44B3-C024-A346-653348CBC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1F911-1F5D-CDE2-7BE3-C296087CDC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DC7776-DA71-8D9B-B0C5-BF6FDCE28C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62E9CF-C6D1-B278-E7A9-4A1DBCAECCE8}"/>
              </a:ext>
            </a:extLst>
          </p:cNvPr>
          <p:cNvSpPr>
            <a:spLocks noGrp="1"/>
          </p:cNvSpPr>
          <p:nvPr>
            <p:ph type="sldNum" sz="quarter" idx="5"/>
          </p:nvPr>
        </p:nvSpPr>
        <p:spPr/>
        <p:txBody>
          <a:bodyPr/>
          <a:lstStyle/>
          <a:p>
            <a:fld id="{DC3BF60C-4030-4F76-AC90-A9D2F9209219}" type="slidenum">
              <a:rPr lang="en-US" smtClean="0"/>
              <a:t>38</a:t>
            </a:fld>
            <a:endParaRPr lang="en-US"/>
          </a:p>
        </p:txBody>
      </p:sp>
    </p:spTree>
    <p:extLst>
      <p:ext uri="{BB962C8B-B14F-4D97-AF65-F5344CB8AC3E}">
        <p14:creationId xmlns:p14="http://schemas.microsoft.com/office/powerpoint/2010/main" val="18214087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D0738-32A1-0524-8F49-64CE4A208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CC5729-FE7E-2F5B-C78C-DAFDD3343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ED610B-4732-AA20-988E-17FCBD5962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3CAD73-9D7B-7136-9ED4-3E0017C9D5C5}"/>
              </a:ext>
            </a:extLst>
          </p:cNvPr>
          <p:cNvSpPr>
            <a:spLocks noGrp="1"/>
          </p:cNvSpPr>
          <p:nvPr>
            <p:ph type="sldNum" sz="quarter" idx="5"/>
          </p:nvPr>
        </p:nvSpPr>
        <p:spPr/>
        <p:txBody>
          <a:bodyPr/>
          <a:lstStyle/>
          <a:p>
            <a:fld id="{DC3BF60C-4030-4F76-AC90-A9D2F9209219}" type="slidenum">
              <a:rPr lang="en-US" smtClean="0"/>
              <a:t>39</a:t>
            </a:fld>
            <a:endParaRPr lang="en-US"/>
          </a:p>
        </p:txBody>
      </p:sp>
    </p:spTree>
    <p:extLst>
      <p:ext uri="{BB962C8B-B14F-4D97-AF65-F5344CB8AC3E}">
        <p14:creationId xmlns:p14="http://schemas.microsoft.com/office/powerpoint/2010/main" val="8490734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3269C-EB1F-FC26-7BB1-D63F8F3588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9C2EC-5EBB-B4A3-5EEE-18AD4EC4BD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38C19-F77A-83A6-09B3-34C0E5F5CD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37F71E-320B-BC61-CB84-5C1E910445ED}"/>
              </a:ext>
            </a:extLst>
          </p:cNvPr>
          <p:cNvSpPr>
            <a:spLocks noGrp="1"/>
          </p:cNvSpPr>
          <p:nvPr>
            <p:ph type="sldNum" sz="quarter" idx="5"/>
          </p:nvPr>
        </p:nvSpPr>
        <p:spPr/>
        <p:txBody>
          <a:bodyPr/>
          <a:lstStyle/>
          <a:p>
            <a:fld id="{DC3BF60C-4030-4F76-AC90-A9D2F9209219}" type="slidenum">
              <a:rPr lang="en-US" smtClean="0"/>
              <a:t>40</a:t>
            </a:fld>
            <a:endParaRPr lang="en-US"/>
          </a:p>
        </p:txBody>
      </p:sp>
    </p:spTree>
    <p:extLst>
      <p:ext uri="{BB962C8B-B14F-4D97-AF65-F5344CB8AC3E}">
        <p14:creationId xmlns:p14="http://schemas.microsoft.com/office/powerpoint/2010/main" val="322886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30FB8-2D3B-633C-9F88-BE824FD029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F949E2-2344-4376-505E-1BAA8A938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6C0F4-1297-83B8-D2C3-9F44873478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EEF3F8-288B-82B7-6836-651E94D4C27D}"/>
              </a:ext>
            </a:extLst>
          </p:cNvPr>
          <p:cNvSpPr>
            <a:spLocks noGrp="1"/>
          </p:cNvSpPr>
          <p:nvPr>
            <p:ph type="sldNum" sz="quarter" idx="5"/>
          </p:nvPr>
        </p:nvSpPr>
        <p:spPr/>
        <p:txBody>
          <a:bodyPr/>
          <a:lstStyle/>
          <a:p>
            <a:fld id="{DC3BF60C-4030-4F76-AC90-A9D2F9209219}" type="slidenum">
              <a:rPr lang="en-US" smtClean="0"/>
              <a:t>41</a:t>
            </a:fld>
            <a:endParaRPr lang="en-US"/>
          </a:p>
        </p:txBody>
      </p:sp>
    </p:spTree>
    <p:extLst>
      <p:ext uri="{BB962C8B-B14F-4D97-AF65-F5344CB8AC3E}">
        <p14:creationId xmlns:p14="http://schemas.microsoft.com/office/powerpoint/2010/main" val="32227886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23942-7E0A-5D09-F1D3-29E538C9F7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CF50D-91C2-A8B4-43B6-5B52CDA24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41BE67-9B35-DE9D-3BAB-CC73950A18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FC88D0-52AC-D4AB-89AE-71777C5B787B}"/>
              </a:ext>
            </a:extLst>
          </p:cNvPr>
          <p:cNvSpPr>
            <a:spLocks noGrp="1"/>
          </p:cNvSpPr>
          <p:nvPr>
            <p:ph type="sldNum" sz="quarter" idx="5"/>
          </p:nvPr>
        </p:nvSpPr>
        <p:spPr/>
        <p:txBody>
          <a:bodyPr/>
          <a:lstStyle/>
          <a:p>
            <a:fld id="{DC3BF60C-4030-4F76-AC90-A9D2F9209219}" type="slidenum">
              <a:rPr lang="en-US" smtClean="0"/>
              <a:t>42</a:t>
            </a:fld>
            <a:endParaRPr lang="en-US"/>
          </a:p>
        </p:txBody>
      </p:sp>
    </p:spTree>
    <p:extLst>
      <p:ext uri="{BB962C8B-B14F-4D97-AF65-F5344CB8AC3E}">
        <p14:creationId xmlns:p14="http://schemas.microsoft.com/office/powerpoint/2010/main" val="11225750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8AD04-A2AC-813D-F37B-8F12A1C79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DE67C-0B33-B9DC-C065-6563B87666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37C3FC-EC44-5475-44B3-205AB4E942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1C7169-0656-18FA-FBD5-A29978AE200B}"/>
              </a:ext>
            </a:extLst>
          </p:cNvPr>
          <p:cNvSpPr>
            <a:spLocks noGrp="1"/>
          </p:cNvSpPr>
          <p:nvPr>
            <p:ph type="sldNum" sz="quarter" idx="5"/>
          </p:nvPr>
        </p:nvSpPr>
        <p:spPr/>
        <p:txBody>
          <a:bodyPr/>
          <a:lstStyle/>
          <a:p>
            <a:fld id="{DC3BF60C-4030-4F76-AC90-A9D2F9209219}" type="slidenum">
              <a:rPr lang="en-US" smtClean="0"/>
              <a:t>43</a:t>
            </a:fld>
            <a:endParaRPr lang="en-US"/>
          </a:p>
        </p:txBody>
      </p:sp>
    </p:spTree>
    <p:extLst>
      <p:ext uri="{BB962C8B-B14F-4D97-AF65-F5344CB8AC3E}">
        <p14:creationId xmlns:p14="http://schemas.microsoft.com/office/powerpoint/2010/main" val="21652537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816F7-2C35-7FE3-63A7-EEFC85053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6F03E-85E3-04E7-3178-EA0FC90A0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71AC9-3497-41F9-6B1C-3059C7AF86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08F8AD-D3EA-F255-A2EA-9B1E03335447}"/>
              </a:ext>
            </a:extLst>
          </p:cNvPr>
          <p:cNvSpPr>
            <a:spLocks noGrp="1"/>
          </p:cNvSpPr>
          <p:nvPr>
            <p:ph type="sldNum" sz="quarter" idx="5"/>
          </p:nvPr>
        </p:nvSpPr>
        <p:spPr/>
        <p:txBody>
          <a:bodyPr/>
          <a:lstStyle/>
          <a:p>
            <a:fld id="{DC3BF60C-4030-4F76-AC90-A9D2F9209219}" type="slidenum">
              <a:rPr lang="en-US" smtClean="0"/>
              <a:t>44</a:t>
            </a:fld>
            <a:endParaRPr lang="en-US"/>
          </a:p>
        </p:txBody>
      </p:sp>
    </p:spTree>
    <p:extLst>
      <p:ext uri="{BB962C8B-B14F-4D97-AF65-F5344CB8AC3E}">
        <p14:creationId xmlns:p14="http://schemas.microsoft.com/office/powerpoint/2010/main" val="8067770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B5F3D-BC08-283F-2BEB-666BD7E2D5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87F03-1456-C7D0-C856-515952AE44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6385E9-5A60-29D2-5382-19A2CF1391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46CA38-9110-A39F-1942-039EAE82500D}"/>
              </a:ext>
            </a:extLst>
          </p:cNvPr>
          <p:cNvSpPr>
            <a:spLocks noGrp="1"/>
          </p:cNvSpPr>
          <p:nvPr>
            <p:ph type="sldNum" sz="quarter" idx="5"/>
          </p:nvPr>
        </p:nvSpPr>
        <p:spPr/>
        <p:txBody>
          <a:bodyPr/>
          <a:lstStyle/>
          <a:p>
            <a:fld id="{DC3BF60C-4030-4F76-AC90-A9D2F9209219}" type="slidenum">
              <a:rPr lang="en-US" smtClean="0"/>
              <a:t>45</a:t>
            </a:fld>
            <a:endParaRPr lang="en-US"/>
          </a:p>
        </p:txBody>
      </p:sp>
    </p:spTree>
    <p:extLst>
      <p:ext uri="{BB962C8B-B14F-4D97-AF65-F5344CB8AC3E}">
        <p14:creationId xmlns:p14="http://schemas.microsoft.com/office/powerpoint/2010/main" val="10804954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1A92B-1E9C-B91E-17F8-B98C923501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5522D-6A6D-2BA9-B954-BE57F5F48A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A96EB-2B21-E882-69A7-AA9D0CEE13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F31F5B-9755-4E9D-C976-2BC0184288F4}"/>
              </a:ext>
            </a:extLst>
          </p:cNvPr>
          <p:cNvSpPr>
            <a:spLocks noGrp="1"/>
          </p:cNvSpPr>
          <p:nvPr>
            <p:ph type="sldNum" sz="quarter" idx="5"/>
          </p:nvPr>
        </p:nvSpPr>
        <p:spPr/>
        <p:txBody>
          <a:bodyPr/>
          <a:lstStyle/>
          <a:p>
            <a:fld id="{DC3BF60C-4030-4F76-AC90-A9D2F9209219}" type="slidenum">
              <a:rPr lang="en-US" smtClean="0"/>
              <a:t>46</a:t>
            </a:fld>
            <a:endParaRPr lang="en-US"/>
          </a:p>
        </p:txBody>
      </p:sp>
    </p:spTree>
    <p:extLst>
      <p:ext uri="{BB962C8B-B14F-4D97-AF65-F5344CB8AC3E}">
        <p14:creationId xmlns:p14="http://schemas.microsoft.com/office/powerpoint/2010/main" val="4285414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A4EE4-C370-D357-5D32-A5D149315D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D3338-61F5-F8AC-C29A-D32C6829C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F752D-A699-BD71-1876-FE9E17B741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A51C7E-176F-C5FB-2877-195DDA0F7B4D}"/>
              </a:ext>
            </a:extLst>
          </p:cNvPr>
          <p:cNvSpPr>
            <a:spLocks noGrp="1"/>
          </p:cNvSpPr>
          <p:nvPr>
            <p:ph type="sldNum" sz="quarter" idx="5"/>
          </p:nvPr>
        </p:nvSpPr>
        <p:spPr/>
        <p:txBody>
          <a:bodyPr/>
          <a:lstStyle/>
          <a:p>
            <a:fld id="{DC3BF60C-4030-4F76-AC90-A9D2F9209219}" type="slidenum">
              <a:rPr lang="en-US" smtClean="0"/>
              <a:t>47</a:t>
            </a:fld>
            <a:endParaRPr lang="en-US"/>
          </a:p>
        </p:txBody>
      </p:sp>
    </p:spTree>
    <p:extLst>
      <p:ext uri="{BB962C8B-B14F-4D97-AF65-F5344CB8AC3E}">
        <p14:creationId xmlns:p14="http://schemas.microsoft.com/office/powerpoint/2010/main" val="21730406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7DD42-84EA-10E5-C774-8C07980CA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BE2DB-FDB0-6ADA-279F-B09E40A5D5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2C811D-9941-8F25-F1C1-51E429393B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4FB2BE-C7A9-7CCD-6458-969D5ACF2BC4}"/>
              </a:ext>
            </a:extLst>
          </p:cNvPr>
          <p:cNvSpPr>
            <a:spLocks noGrp="1"/>
          </p:cNvSpPr>
          <p:nvPr>
            <p:ph type="sldNum" sz="quarter" idx="5"/>
          </p:nvPr>
        </p:nvSpPr>
        <p:spPr/>
        <p:txBody>
          <a:bodyPr/>
          <a:lstStyle/>
          <a:p>
            <a:fld id="{DC3BF60C-4030-4F76-AC90-A9D2F9209219}" type="slidenum">
              <a:rPr lang="en-US" smtClean="0"/>
              <a:t>48</a:t>
            </a:fld>
            <a:endParaRPr lang="en-US"/>
          </a:p>
        </p:txBody>
      </p:sp>
    </p:spTree>
    <p:extLst>
      <p:ext uri="{BB962C8B-B14F-4D97-AF65-F5344CB8AC3E}">
        <p14:creationId xmlns:p14="http://schemas.microsoft.com/office/powerpoint/2010/main" val="3148085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314E5-873E-196B-CE7B-164B62860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FBE4C3-39D7-AD34-0D05-E7916C42C6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484614-782C-F071-0052-6FE77FC241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5BB494-5161-3611-9CC7-C2BF8E4DE9EF}"/>
              </a:ext>
            </a:extLst>
          </p:cNvPr>
          <p:cNvSpPr>
            <a:spLocks noGrp="1"/>
          </p:cNvSpPr>
          <p:nvPr>
            <p:ph type="sldNum" sz="quarter" idx="5"/>
          </p:nvPr>
        </p:nvSpPr>
        <p:spPr/>
        <p:txBody>
          <a:bodyPr/>
          <a:lstStyle/>
          <a:p>
            <a:fld id="{DC3BF60C-4030-4F76-AC90-A9D2F9209219}" type="slidenum">
              <a:rPr lang="en-US" smtClean="0"/>
              <a:t>49</a:t>
            </a:fld>
            <a:endParaRPr lang="en-US"/>
          </a:p>
        </p:txBody>
      </p:sp>
    </p:spTree>
    <p:extLst>
      <p:ext uri="{BB962C8B-B14F-4D97-AF65-F5344CB8AC3E}">
        <p14:creationId xmlns:p14="http://schemas.microsoft.com/office/powerpoint/2010/main" val="27080057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F850B-1824-A8F3-DF12-D7A537A3A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04FA7-6244-A586-54F5-F844F9480F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61A17C-3833-F6E2-8328-0BE0EF50B7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CBA0B8-95A3-0C3D-2562-EFC9B93E103F}"/>
              </a:ext>
            </a:extLst>
          </p:cNvPr>
          <p:cNvSpPr>
            <a:spLocks noGrp="1"/>
          </p:cNvSpPr>
          <p:nvPr>
            <p:ph type="sldNum" sz="quarter" idx="5"/>
          </p:nvPr>
        </p:nvSpPr>
        <p:spPr/>
        <p:txBody>
          <a:bodyPr/>
          <a:lstStyle/>
          <a:p>
            <a:fld id="{DC3BF60C-4030-4F76-AC90-A9D2F9209219}" type="slidenum">
              <a:rPr lang="en-US" smtClean="0"/>
              <a:t>50</a:t>
            </a:fld>
            <a:endParaRPr lang="en-US"/>
          </a:p>
        </p:txBody>
      </p:sp>
    </p:spTree>
    <p:extLst>
      <p:ext uri="{BB962C8B-B14F-4D97-AF65-F5344CB8AC3E}">
        <p14:creationId xmlns:p14="http://schemas.microsoft.com/office/powerpoint/2010/main" val="34765485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5CE75-A0D9-4ABA-8162-6D46734E1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34DC5-EC6D-0A55-8B7A-6B5CBDBDB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67CB53-F5A9-78E4-A0E0-49A7A3D491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E71E1E-99EF-BD25-AEF7-632649007EB0}"/>
              </a:ext>
            </a:extLst>
          </p:cNvPr>
          <p:cNvSpPr>
            <a:spLocks noGrp="1"/>
          </p:cNvSpPr>
          <p:nvPr>
            <p:ph type="sldNum" sz="quarter" idx="5"/>
          </p:nvPr>
        </p:nvSpPr>
        <p:spPr/>
        <p:txBody>
          <a:bodyPr/>
          <a:lstStyle/>
          <a:p>
            <a:fld id="{DC3BF60C-4030-4F76-AC90-A9D2F9209219}" type="slidenum">
              <a:rPr lang="en-US" smtClean="0"/>
              <a:t>51</a:t>
            </a:fld>
            <a:endParaRPr lang="en-US"/>
          </a:p>
        </p:txBody>
      </p:sp>
    </p:spTree>
    <p:extLst>
      <p:ext uri="{BB962C8B-B14F-4D97-AF65-F5344CB8AC3E}">
        <p14:creationId xmlns:p14="http://schemas.microsoft.com/office/powerpoint/2010/main" val="42172647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11359-BB32-C5F9-F2FA-57239E860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2CF73-DF7A-32D2-226A-D28483612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B1AEE6-2D4A-9627-4AF0-21D2BB8601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4E5AFC-1C3B-4D30-753E-A55E72BFD9F7}"/>
              </a:ext>
            </a:extLst>
          </p:cNvPr>
          <p:cNvSpPr>
            <a:spLocks noGrp="1"/>
          </p:cNvSpPr>
          <p:nvPr>
            <p:ph type="sldNum" sz="quarter" idx="5"/>
          </p:nvPr>
        </p:nvSpPr>
        <p:spPr/>
        <p:txBody>
          <a:bodyPr/>
          <a:lstStyle/>
          <a:p>
            <a:fld id="{DC3BF60C-4030-4F76-AC90-A9D2F9209219}" type="slidenum">
              <a:rPr lang="en-US" smtClean="0"/>
              <a:t>52</a:t>
            </a:fld>
            <a:endParaRPr lang="en-US"/>
          </a:p>
        </p:txBody>
      </p:sp>
    </p:spTree>
    <p:extLst>
      <p:ext uri="{BB962C8B-B14F-4D97-AF65-F5344CB8AC3E}">
        <p14:creationId xmlns:p14="http://schemas.microsoft.com/office/powerpoint/2010/main" val="32883741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8ECEE-E8B1-E21D-6C51-F863A17BD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2EC4D-F413-77D1-D34B-DC2018777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758FEE-BEB5-4C10-5483-C1E9504FB0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B81ACA-CE4D-1EA8-4F2E-538237C91EFD}"/>
              </a:ext>
            </a:extLst>
          </p:cNvPr>
          <p:cNvSpPr>
            <a:spLocks noGrp="1"/>
          </p:cNvSpPr>
          <p:nvPr>
            <p:ph type="sldNum" sz="quarter" idx="5"/>
          </p:nvPr>
        </p:nvSpPr>
        <p:spPr/>
        <p:txBody>
          <a:bodyPr/>
          <a:lstStyle/>
          <a:p>
            <a:fld id="{DC3BF60C-4030-4F76-AC90-A9D2F9209219}" type="slidenum">
              <a:rPr lang="en-US" smtClean="0"/>
              <a:t>53</a:t>
            </a:fld>
            <a:endParaRPr lang="en-US"/>
          </a:p>
        </p:txBody>
      </p:sp>
    </p:spTree>
    <p:extLst>
      <p:ext uri="{BB962C8B-B14F-4D97-AF65-F5344CB8AC3E}">
        <p14:creationId xmlns:p14="http://schemas.microsoft.com/office/powerpoint/2010/main" val="8407691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7E6AF-0A87-A944-F87E-B498821EF1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F066F-DED1-A2A7-2578-B9F7A1AA64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9B4D2-9C35-7851-787D-24729BCE75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F169EA-F4A1-C5C4-FF45-5210A42B50FD}"/>
              </a:ext>
            </a:extLst>
          </p:cNvPr>
          <p:cNvSpPr>
            <a:spLocks noGrp="1"/>
          </p:cNvSpPr>
          <p:nvPr>
            <p:ph type="sldNum" sz="quarter" idx="5"/>
          </p:nvPr>
        </p:nvSpPr>
        <p:spPr/>
        <p:txBody>
          <a:bodyPr/>
          <a:lstStyle/>
          <a:p>
            <a:fld id="{DC3BF60C-4030-4F76-AC90-A9D2F9209219}" type="slidenum">
              <a:rPr lang="en-US" smtClean="0"/>
              <a:t>54</a:t>
            </a:fld>
            <a:endParaRPr lang="en-US"/>
          </a:p>
        </p:txBody>
      </p:sp>
    </p:spTree>
    <p:extLst>
      <p:ext uri="{BB962C8B-B14F-4D97-AF65-F5344CB8AC3E}">
        <p14:creationId xmlns:p14="http://schemas.microsoft.com/office/powerpoint/2010/main" val="3319336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5D60C-5CCA-5779-803D-960F77D7A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CCDDC-C5D3-FE3F-003C-DF8EBFDA42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574FF-FE83-613A-CC80-89285165A0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4F9E9B-0C70-4E82-662F-89DD0D4ABBDF}"/>
              </a:ext>
            </a:extLst>
          </p:cNvPr>
          <p:cNvSpPr>
            <a:spLocks noGrp="1"/>
          </p:cNvSpPr>
          <p:nvPr>
            <p:ph type="sldNum" sz="quarter" idx="5"/>
          </p:nvPr>
        </p:nvSpPr>
        <p:spPr/>
        <p:txBody>
          <a:bodyPr/>
          <a:lstStyle/>
          <a:p>
            <a:fld id="{DC3BF60C-4030-4F76-AC90-A9D2F9209219}" type="slidenum">
              <a:rPr lang="en-US" smtClean="0"/>
              <a:t>55</a:t>
            </a:fld>
            <a:endParaRPr lang="en-US"/>
          </a:p>
        </p:txBody>
      </p:sp>
    </p:spTree>
    <p:extLst>
      <p:ext uri="{BB962C8B-B14F-4D97-AF65-F5344CB8AC3E}">
        <p14:creationId xmlns:p14="http://schemas.microsoft.com/office/powerpoint/2010/main" val="34914731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300F8-3F25-0661-A069-F3FC8B815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00C11-C5B7-1141-FAF9-CBF94706A3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8F1D8-E5DF-BE00-5777-F115035DD2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F0C57E-1B3A-0985-0ED0-DE0A81668763}"/>
              </a:ext>
            </a:extLst>
          </p:cNvPr>
          <p:cNvSpPr>
            <a:spLocks noGrp="1"/>
          </p:cNvSpPr>
          <p:nvPr>
            <p:ph type="sldNum" sz="quarter" idx="5"/>
          </p:nvPr>
        </p:nvSpPr>
        <p:spPr/>
        <p:txBody>
          <a:bodyPr/>
          <a:lstStyle/>
          <a:p>
            <a:fld id="{DC3BF60C-4030-4F76-AC90-A9D2F9209219}" type="slidenum">
              <a:rPr lang="en-US" smtClean="0"/>
              <a:t>56</a:t>
            </a:fld>
            <a:endParaRPr lang="en-US"/>
          </a:p>
        </p:txBody>
      </p:sp>
    </p:spTree>
    <p:extLst>
      <p:ext uri="{BB962C8B-B14F-4D97-AF65-F5344CB8AC3E}">
        <p14:creationId xmlns:p14="http://schemas.microsoft.com/office/powerpoint/2010/main" val="26614859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C5E71-B666-8688-0700-F60B1F5C8E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5EBB9-3617-9E43-18B5-7A79D094D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16B7E8-A663-7E7A-C44D-D9CD010923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C55C20-2B0F-57AA-B157-40B67414395A}"/>
              </a:ext>
            </a:extLst>
          </p:cNvPr>
          <p:cNvSpPr>
            <a:spLocks noGrp="1"/>
          </p:cNvSpPr>
          <p:nvPr>
            <p:ph type="sldNum" sz="quarter" idx="5"/>
          </p:nvPr>
        </p:nvSpPr>
        <p:spPr/>
        <p:txBody>
          <a:bodyPr/>
          <a:lstStyle/>
          <a:p>
            <a:fld id="{DC3BF60C-4030-4F76-AC90-A9D2F9209219}" type="slidenum">
              <a:rPr lang="en-US" smtClean="0"/>
              <a:t>57</a:t>
            </a:fld>
            <a:endParaRPr lang="en-US"/>
          </a:p>
        </p:txBody>
      </p:sp>
    </p:spTree>
    <p:extLst>
      <p:ext uri="{BB962C8B-B14F-4D97-AF65-F5344CB8AC3E}">
        <p14:creationId xmlns:p14="http://schemas.microsoft.com/office/powerpoint/2010/main" val="6956567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D9AE4-5349-2E75-A893-A9F21DCC8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0A6A2-A23D-C1BF-0FCD-A7007CE00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FAF32-858A-837C-00A8-B76BF31153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6CEAFC-2616-56E2-4E80-F29581ED1F46}"/>
              </a:ext>
            </a:extLst>
          </p:cNvPr>
          <p:cNvSpPr>
            <a:spLocks noGrp="1"/>
          </p:cNvSpPr>
          <p:nvPr>
            <p:ph type="sldNum" sz="quarter" idx="5"/>
          </p:nvPr>
        </p:nvSpPr>
        <p:spPr/>
        <p:txBody>
          <a:bodyPr/>
          <a:lstStyle/>
          <a:p>
            <a:fld id="{DC3BF60C-4030-4F76-AC90-A9D2F9209219}" type="slidenum">
              <a:rPr lang="en-US" smtClean="0"/>
              <a:t>58</a:t>
            </a:fld>
            <a:endParaRPr lang="en-US"/>
          </a:p>
        </p:txBody>
      </p:sp>
    </p:spTree>
    <p:extLst>
      <p:ext uri="{BB962C8B-B14F-4D97-AF65-F5344CB8AC3E}">
        <p14:creationId xmlns:p14="http://schemas.microsoft.com/office/powerpoint/2010/main" val="16741881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FB404-3E3F-6580-F4C3-386643B0D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77B9D-11EA-D546-C4A9-6E47EBA5F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58BCCB-55EB-7718-F1BC-4FE81D8965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3DCA08-3DD6-BBDC-9117-79635ACC4F28}"/>
              </a:ext>
            </a:extLst>
          </p:cNvPr>
          <p:cNvSpPr>
            <a:spLocks noGrp="1"/>
          </p:cNvSpPr>
          <p:nvPr>
            <p:ph type="sldNum" sz="quarter" idx="5"/>
          </p:nvPr>
        </p:nvSpPr>
        <p:spPr/>
        <p:txBody>
          <a:bodyPr/>
          <a:lstStyle/>
          <a:p>
            <a:fld id="{DC3BF60C-4030-4F76-AC90-A9D2F9209219}" type="slidenum">
              <a:rPr lang="en-US" smtClean="0"/>
              <a:t>59</a:t>
            </a:fld>
            <a:endParaRPr lang="en-US"/>
          </a:p>
        </p:txBody>
      </p:sp>
    </p:spTree>
    <p:extLst>
      <p:ext uri="{BB962C8B-B14F-4D97-AF65-F5344CB8AC3E}">
        <p14:creationId xmlns:p14="http://schemas.microsoft.com/office/powerpoint/2010/main" val="21797043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6F5FC-6F3F-B0EA-1A45-DFBF1BAA5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168D3-FDF2-7A43-C5FB-6D27BFA94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92F71-5E34-AE25-2B01-43FCF59427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616B12-5E5F-FE38-ABE2-8E9264D9FDE0}"/>
              </a:ext>
            </a:extLst>
          </p:cNvPr>
          <p:cNvSpPr>
            <a:spLocks noGrp="1"/>
          </p:cNvSpPr>
          <p:nvPr>
            <p:ph type="sldNum" sz="quarter" idx="5"/>
          </p:nvPr>
        </p:nvSpPr>
        <p:spPr/>
        <p:txBody>
          <a:bodyPr/>
          <a:lstStyle/>
          <a:p>
            <a:fld id="{DC3BF60C-4030-4F76-AC90-A9D2F9209219}" type="slidenum">
              <a:rPr lang="en-US" smtClean="0"/>
              <a:t>60</a:t>
            </a:fld>
            <a:endParaRPr lang="en-US"/>
          </a:p>
        </p:txBody>
      </p:sp>
    </p:spTree>
    <p:extLst>
      <p:ext uri="{BB962C8B-B14F-4D97-AF65-F5344CB8AC3E}">
        <p14:creationId xmlns:p14="http://schemas.microsoft.com/office/powerpoint/2010/main" val="11282040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6A4D9-797F-8ECE-3092-5370DB275E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A71F1-27F2-88E0-7359-5AD87B819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FE432D-BC68-BEC5-484C-8968A9BC85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FD6890-9F99-F303-23E4-E02C864DDACA}"/>
              </a:ext>
            </a:extLst>
          </p:cNvPr>
          <p:cNvSpPr>
            <a:spLocks noGrp="1"/>
          </p:cNvSpPr>
          <p:nvPr>
            <p:ph type="sldNum" sz="quarter" idx="5"/>
          </p:nvPr>
        </p:nvSpPr>
        <p:spPr/>
        <p:txBody>
          <a:bodyPr/>
          <a:lstStyle/>
          <a:p>
            <a:fld id="{DC3BF60C-4030-4F76-AC90-A9D2F9209219}" type="slidenum">
              <a:rPr lang="en-US" smtClean="0"/>
              <a:t>61</a:t>
            </a:fld>
            <a:endParaRPr lang="en-US"/>
          </a:p>
        </p:txBody>
      </p:sp>
    </p:spTree>
    <p:extLst>
      <p:ext uri="{BB962C8B-B14F-4D97-AF65-F5344CB8AC3E}">
        <p14:creationId xmlns:p14="http://schemas.microsoft.com/office/powerpoint/2010/main" val="129627277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DB751-15A6-F213-651E-78DA47D0B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C9931E-4CE0-2496-BB37-09D80F8865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0184B7-E9FF-00AC-4A9C-E7383AE08A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B97BFF-EB6E-1FC7-4B0A-C9FBE30A2193}"/>
              </a:ext>
            </a:extLst>
          </p:cNvPr>
          <p:cNvSpPr>
            <a:spLocks noGrp="1"/>
          </p:cNvSpPr>
          <p:nvPr>
            <p:ph type="sldNum" sz="quarter" idx="5"/>
          </p:nvPr>
        </p:nvSpPr>
        <p:spPr/>
        <p:txBody>
          <a:bodyPr/>
          <a:lstStyle/>
          <a:p>
            <a:fld id="{DC3BF60C-4030-4F76-AC90-A9D2F9209219}" type="slidenum">
              <a:rPr lang="en-US" smtClean="0"/>
              <a:t>62</a:t>
            </a:fld>
            <a:endParaRPr lang="en-US"/>
          </a:p>
        </p:txBody>
      </p:sp>
    </p:spTree>
    <p:extLst>
      <p:ext uri="{BB962C8B-B14F-4D97-AF65-F5344CB8AC3E}">
        <p14:creationId xmlns:p14="http://schemas.microsoft.com/office/powerpoint/2010/main" val="22505172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F7A6C-70F3-53AA-B679-67E51A05F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9FD08-DD19-3296-0622-CFE01C6BA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D241C-6DFF-B3BB-415E-1C1AC58AE4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791AC9-4221-C1A1-3243-0D7C3C824550}"/>
              </a:ext>
            </a:extLst>
          </p:cNvPr>
          <p:cNvSpPr>
            <a:spLocks noGrp="1"/>
          </p:cNvSpPr>
          <p:nvPr>
            <p:ph type="sldNum" sz="quarter" idx="5"/>
          </p:nvPr>
        </p:nvSpPr>
        <p:spPr/>
        <p:txBody>
          <a:bodyPr/>
          <a:lstStyle/>
          <a:p>
            <a:fld id="{DC3BF60C-4030-4F76-AC90-A9D2F9209219}" type="slidenum">
              <a:rPr lang="en-US" smtClean="0"/>
              <a:t>63</a:t>
            </a:fld>
            <a:endParaRPr lang="en-US"/>
          </a:p>
        </p:txBody>
      </p:sp>
    </p:spTree>
    <p:extLst>
      <p:ext uri="{BB962C8B-B14F-4D97-AF65-F5344CB8AC3E}">
        <p14:creationId xmlns:p14="http://schemas.microsoft.com/office/powerpoint/2010/main" val="1808235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266E1-99E4-7E85-F542-3602D8D33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0BD3F-FF29-F24A-6F98-91AD5DF90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951D48-68D8-77F7-3DFD-E99F42265A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9BD168-CBEA-ADC0-C0FE-EDF802DE6693}"/>
              </a:ext>
            </a:extLst>
          </p:cNvPr>
          <p:cNvSpPr>
            <a:spLocks noGrp="1"/>
          </p:cNvSpPr>
          <p:nvPr>
            <p:ph type="sldNum" sz="quarter" idx="5"/>
          </p:nvPr>
        </p:nvSpPr>
        <p:spPr/>
        <p:txBody>
          <a:bodyPr/>
          <a:lstStyle/>
          <a:p>
            <a:fld id="{DC3BF60C-4030-4F76-AC90-A9D2F9209219}" type="slidenum">
              <a:rPr lang="en-US" smtClean="0"/>
              <a:t>64</a:t>
            </a:fld>
            <a:endParaRPr lang="en-US"/>
          </a:p>
        </p:txBody>
      </p:sp>
    </p:spTree>
    <p:extLst>
      <p:ext uri="{BB962C8B-B14F-4D97-AF65-F5344CB8AC3E}">
        <p14:creationId xmlns:p14="http://schemas.microsoft.com/office/powerpoint/2010/main" val="196283662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7BF5C-3E7C-030B-6DA9-4B5D456989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E80C4D-0135-9ACA-D0F0-7A8788E7BB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9F7B3E-9539-5680-C152-73B5A88F06BC}"/>
              </a:ext>
            </a:extLst>
          </p:cNvPr>
          <p:cNvSpPr>
            <a:spLocks noGrp="1"/>
          </p:cNvSpPr>
          <p:nvPr>
            <p:ph type="body" idx="1"/>
          </p:nvPr>
        </p:nvSpPr>
        <p:spPr/>
        <p:txBody>
          <a:bodyPr/>
          <a:lstStyle/>
          <a:p>
            <a:r>
              <a:rPr lang="zh-CN" altLang="en-US" dirty="0"/>
              <a:t>让我们从 </a:t>
            </a:r>
            <a:r>
              <a:rPr lang="en-US" altLang="zh-CN" dirty="0"/>
              <a:t>KiCad </a:t>
            </a:r>
            <a:r>
              <a:rPr lang="zh-CN" altLang="en-US" dirty="0"/>
              <a:t>项目管理器开始。它将向用户显示文件，并且当点击某个原理图或 </a:t>
            </a:r>
            <a:r>
              <a:rPr lang="en-US" altLang="zh-CN" dirty="0"/>
              <a:t>PCB </a:t>
            </a:r>
            <a:r>
              <a:rPr lang="zh-CN" altLang="en-US" dirty="0"/>
              <a:t>时，项目管理器会通过运行相应的命令（例如 </a:t>
            </a:r>
            <a:r>
              <a:rPr lang="en-US" altLang="zh-CN" dirty="0"/>
              <a:t>pcbnew.exe</a:t>
            </a:r>
            <a:r>
              <a:rPr lang="zh-CN" altLang="en-US" dirty="0"/>
              <a:t>）并附带文件名来启动相应的应用程序。这就是项目管理器与原理图</a:t>
            </a:r>
            <a:r>
              <a:rPr lang="en-US" altLang="zh-CN" dirty="0"/>
              <a:t>/PCB </a:t>
            </a:r>
            <a:r>
              <a:rPr lang="zh-CN" altLang="en-US" dirty="0"/>
              <a:t>设计工具之间的所有交互。即使更改文件名，设计工具也不会收到任何消息。</a:t>
            </a:r>
            <a:endParaRPr lang="en-US" dirty="0"/>
          </a:p>
        </p:txBody>
      </p:sp>
      <p:sp>
        <p:nvSpPr>
          <p:cNvPr id="4" name="Slide Number Placeholder 3">
            <a:extLst>
              <a:ext uri="{FF2B5EF4-FFF2-40B4-BE49-F238E27FC236}">
                <a16:creationId xmlns:a16="http://schemas.microsoft.com/office/drawing/2014/main" id="{86066429-A2E6-D24F-20DA-5AB4020AD15B}"/>
              </a:ext>
            </a:extLst>
          </p:cNvPr>
          <p:cNvSpPr>
            <a:spLocks noGrp="1"/>
          </p:cNvSpPr>
          <p:nvPr>
            <p:ph type="sldNum" sz="quarter" idx="5"/>
          </p:nvPr>
        </p:nvSpPr>
        <p:spPr/>
        <p:txBody>
          <a:bodyPr/>
          <a:lstStyle/>
          <a:p>
            <a:fld id="{DC3BF60C-4030-4F76-AC90-A9D2F9209219}" type="slidenum">
              <a:rPr lang="en-US" smtClean="0"/>
              <a:t>65</a:t>
            </a:fld>
            <a:endParaRPr lang="en-US"/>
          </a:p>
        </p:txBody>
      </p:sp>
    </p:spTree>
    <p:extLst>
      <p:ext uri="{BB962C8B-B14F-4D97-AF65-F5344CB8AC3E}">
        <p14:creationId xmlns:p14="http://schemas.microsoft.com/office/powerpoint/2010/main" val="19497547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5912C-EDB8-8531-7209-9D20415AC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C72CE-4EDC-0044-BC30-BE94065728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644B-BD49-62B8-5F19-79F1F6325ACB}"/>
              </a:ext>
            </a:extLst>
          </p:cNvPr>
          <p:cNvSpPr>
            <a:spLocks noGrp="1"/>
          </p:cNvSpPr>
          <p:nvPr>
            <p:ph type="body" idx="1"/>
          </p:nvPr>
        </p:nvSpPr>
        <p:spPr/>
        <p:txBody>
          <a:bodyPr/>
          <a:lstStyle/>
          <a:p>
            <a:pPr>
              <a:buNone/>
            </a:pPr>
            <a:r>
              <a:rPr lang="zh-CN" altLang="en-US" dirty="0"/>
              <a:t>相</a:t>
            </a:r>
            <a:r>
              <a:rPr lang="en-US" altLang="zh-CN" dirty="0" err="1"/>
              <a:t>Eeschema</a:t>
            </a:r>
            <a:r>
              <a:rPr lang="en-US" altLang="zh-CN" dirty="0"/>
              <a:t> </a:t>
            </a:r>
            <a:r>
              <a:rPr lang="zh-CN" altLang="en-US" dirty="0"/>
              <a:t>和 </a:t>
            </a:r>
            <a:r>
              <a:rPr lang="en-US" altLang="zh-CN" dirty="0" err="1"/>
              <a:t>Pcbnew</a:t>
            </a:r>
            <a:r>
              <a:rPr lang="en-US" altLang="zh-CN" dirty="0"/>
              <a:t> </a:t>
            </a:r>
            <a:r>
              <a:rPr lang="zh-CN" altLang="en-US" dirty="0"/>
              <a:t>这两个应用程序之间会相互通信。</a:t>
            </a:r>
            <a:br>
              <a:rPr lang="zh-CN" altLang="en-US" dirty="0"/>
            </a:br>
            <a:r>
              <a:rPr lang="zh-CN" altLang="en-US" dirty="0"/>
              <a:t>它们使用 </a:t>
            </a:r>
            <a:r>
              <a:rPr lang="en-US" altLang="zh-CN" dirty="0" err="1"/>
              <a:t>Kiway</a:t>
            </a:r>
            <a:r>
              <a:rPr lang="en-US" altLang="zh-CN" dirty="0"/>
              <a:t> </a:t>
            </a:r>
            <a:r>
              <a:rPr lang="zh-CN" altLang="en-US" dirty="0"/>
              <a:t>互连组件中的 </a:t>
            </a:r>
            <a:r>
              <a:rPr lang="en-US" altLang="zh-CN" dirty="0" err="1"/>
              <a:t>WxEvents</a:t>
            </a:r>
            <a:r>
              <a:rPr lang="en-US" altLang="zh-CN" dirty="0"/>
              <a:t> </a:t>
            </a:r>
            <a:r>
              <a:rPr lang="zh-CN" altLang="en-US" dirty="0"/>
              <a:t>进行通信。这种通信是异步的，因为它发生在两个不同的进程之间，并且数量非常少。只有当一个应用程序需要从另一个应用程序获取信息时，才会发送消息。例如，当用户点击“从原理图更新 </a:t>
            </a:r>
            <a:r>
              <a:rPr lang="en-US" altLang="zh-CN" dirty="0"/>
              <a:t>PCB”</a:t>
            </a:r>
            <a:r>
              <a:rPr lang="zh-CN" altLang="en-US" dirty="0"/>
              <a:t>时，会向 </a:t>
            </a:r>
            <a:r>
              <a:rPr lang="en-US" altLang="zh-CN" dirty="0" err="1"/>
              <a:t>Eeschema</a:t>
            </a:r>
            <a:r>
              <a:rPr lang="en-US" altLang="zh-CN" dirty="0"/>
              <a:t> </a:t>
            </a:r>
            <a:r>
              <a:rPr lang="zh-CN" altLang="en-US" dirty="0"/>
              <a:t>发送请求消息，以获取当前的原理图，然后 </a:t>
            </a:r>
            <a:r>
              <a:rPr lang="en-US" altLang="zh-CN" dirty="0" err="1"/>
              <a:t>Eeschema</a:t>
            </a:r>
            <a:r>
              <a:rPr lang="en-US" altLang="zh-CN" dirty="0"/>
              <a:t> </a:t>
            </a:r>
            <a:r>
              <a:rPr lang="zh-CN" altLang="en-US" dirty="0"/>
              <a:t>会回复 </a:t>
            </a:r>
            <a:r>
              <a:rPr lang="en-US" altLang="zh-CN" dirty="0" err="1"/>
              <a:t>Pcbnew</a:t>
            </a:r>
            <a:r>
              <a:rPr lang="zh-CN" altLang="en-US" dirty="0"/>
              <a:t>。几乎没有额外的通信，这样设计是为了让这两个应用程序能够独立运行。</a:t>
            </a:r>
          </a:p>
          <a:p>
            <a:pPr>
              <a:buNone/>
            </a:pPr>
            <a:r>
              <a:rPr lang="zh-CN" altLang="en-US" dirty="0"/>
              <a:t>这两个应用程序都作为单进程、单线程运行，除了某些特殊功能（如 </a:t>
            </a:r>
            <a:r>
              <a:rPr lang="en-US" altLang="zh-CN" dirty="0"/>
              <a:t>3D </a:t>
            </a:r>
            <a:r>
              <a:rPr lang="zh-CN" altLang="en-US" dirty="0"/>
              <a:t>渲染或封装加载）外。这种单线程方法要求开发人员确保代码不会执行时间过长，否则 </a:t>
            </a:r>
            <a:r>
              <a:rPr lang="en-US" altLang="zh-CN" dirty="0"/>
              <a:t>GUI </a:t>
            </a:r>
            <a:r>
              <a:rPr lang="zh-CN" altLang="en-US" dirty="0"/>
              <a:t>会变得无响应。</a:t>
            </a:r>
          </a:p>
          <a:p>
            <a:pPr>
              <a:buNone/>
            </a:pPr>
            <a:r>
              <a:rPr lang="zh-CN" altLang="en-US" dirty="0"/>
              <a:t>它们之间共享一些通用组件，例如 </a:t>
            </a:r>
            <a:r>
              <a:rPr lang="en-US" altLang="zh-CN" dirty="0" err="1"/>
              <a:t>Toolmanager</a:t>
            </a:r>
            <a:r>
              <a:rPr lang="zh-CN" altLang="en-US" dirty="0"/>
              <a:t>、互连组件（前面讨论过）以及 </a:t>
            </a:r>
            <a:r>
              <a:rPr lang="en-US" altLang="zh-CN" dirty="0"/>
              <a:t>GUI </a:t>
            </a:r>
            <a:r>
              <a:rPr lang="zh-CN" altLang="en-US" dirty="0"/>
              <a:t>渲染。</a:t>
            </a:r>
            <a:r>
              <a:rPr lang="en-US" altLang="zh-CN" dirty="0" err="1"/>
              <a:t>Toolmanager</a:t>
            </a:r>
            <a:r>
              <a:rPr lang="en-US" altLang="zh-CN" dirty="0"/>
              <a:t> </a:t>
            </a:r>
            <a:r>
              <a:rPr lang="zh-CN" altLang="en-US" dirty="0"/>
              <a:t>处理点击事件并启动相应的工具（如缩放、移动等），同时在需要时通知渲染组件（</a:t>
            </a:r>
            <a:r>
              <a:rPr lang="en-US" altLang="zh-CN" dirty="0"/>
              <a:t>GUI</a:t>
            </a:r>
            <a:r>
              <a:rPr lang="zh-CN" altLang="en-US" dirty="0"/>
              <a:t>）重新渲染。接下来的部分将讨论一些不同的组件。</a:t>
            </a:r>
          </a:p>
          <a:p>
            <a:r>
              <a:rPr lang="en-US" altLang="zh-CN" dirty="0"/>
              <a:t>GUI </a:t>
            </a:r>
            <a:r>
              <a:rPr lang="zh-CN" altLang="en-US" dirty="0"/>
              <a:t>部分在很大程度上是相同的，</a:t>
            </a:r>
            <a:r>
              <a:rPr lang="en-US" altLang="zh-CN" dirty="0"/>
              <a:t>WxWidgets2 </a:t>
            </a:r>
            <a:r>
              <a:rPr lang="zh-CN" altLang="en-US" dirty="0"/>
              <a:t>渲染以及电路板</a:t>
            </a:r>
            <a:r>
              <a:rPr lang="en-US" altLang="zh-CN" dirty="0"/>
              <a:t>/</a:t>
            </a:r>
            <a:r>
              <a:rPr lang="zh-CN" altLang="en-US" dirty="0"/>
              <a:t>原理图的渲染方式相同。但两者之间仍然存在一些差异，例如显示的工具以及 </a:t>
            </a:r>
            <a:r>
              <a:rPr lang="en-US" altLang="zh-CN" dirty="0"/>
              <a:t>R-Tree </a:t>
            </a:r>
            <a:r>
              <a:rPr lang="zh-CN" altLang="en-US" dirty="0"/>
              <a:t>的两个（略有不同的）实现。组件的内部格式使用 </a:t>
            </a:r>
            <a:r>
              <a:rPr lang="en-US" altLang="zh-CN" dirty="0"/>
              <a:t>R-Tree</a:t>
            </a:r>
            <a:r>
              <a:rPr lang="zh-CN" altLang="en-US" dirty="0"/>
              <a:t>，这是一种空间树结构，有助于加快渲染速度。这样，渲染器只需要渲染窗口内可见的部分，而不必渲染超出画面的部分。</a:t>
            </a:r>
          </a:p>
          <a:p>
            <a:pPr algn="l">
              <a:spcAft>
                <a:spcPts val="1200"/>
              </a:spcAft>
              <a:buNone/>
            </a:pPr>
            <a:endParaRPr lang="en-US" b="0" i="0" dirty="0">
              <a:solidFill>
                <a:srgbClr val="374151"/>
              </a:solidFill>
              <a:effectLst/>
              <a:latin typeface="ui-sans-serif"/>
            </a:endParaRPr>
          </a:p>
        </p:txBody>
      </p:sp>
      <p:sp>
        <p:nvSpPr>
          <p:cNvPr id="4" name="Slide Number Placeholder 3">
            <a:extLst>
              <a:ext uri="{FF2B5EF4-FFF2-40B4-BE49-F238E27FC236}">
                <a16:creationId xmlns:a16="http://schemas.microsoft.com/office/drawing/2014/main" id="{00131E8F-1085-992A-A7CB-27662833A119}"/>
              </a:ext>
            </a:extLst>
          </p:cNvPr>
          <p:cNvSpPr>
            <a:spLocks noGrp="1"/>
          </p:cNvSpPr>
          <p:nvPr>
            <p:ph type="sldNum" sz="quarter" idx="5"/>
          </p:nvPr>
        </p:nvSpPr>
        <p:spPr/>
        <p:txBody>
          <a:bodyPr/>
          <a:lstStyle/>
          <a:p>
            <a:fld id="{DC3BF60C-4030-4F76-AC90-A9D2F9209219}" type="slidenum">
              <a:rPr lang="en-US" smtClean="0"/>
              <a:t>66</a:t>
            </a:fld>
            <a:endParaRPr lang="en-US"/>
          </a:p>
        </p:txBody>
      </p:sp>
    </p:spTree>
    <p:extLst>
      <p:ext uri="{BB962C8B-B14F-4D97-AF65-F5344CB8AC3E}">
        <p14:creationId xmlns:p14="http://schemas.microsoft.com/office/powerpoint/2010/main" val="311963436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3CB21-C3BE-6BE7-3CD2-7BE6D9D51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4C3AF-A8FF-3BEA-DE24-DBB839CF83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92E7E-B15B-D6A9-4A12-6AD8EE9A66ED}"/>
              </a:ext>
            </a:extLst>
          </p:cNvPr>
          <p:cNvSpPr>
            <a:spLocks noGrp="1"/>
          </p:cNvSpPr>
          <p:nvPr>
            <p:ph type="body" idx="1"/>
          </p:nvPr>
        </p:nvSpPr>
        <p:spPr/>
        <p:txBody>
          <a:bodyPr/>
          <a:lstStyle/>
          <a:p>
            <a:pPr>
              <a:buNone/>
            </a:pPr>
            <a:r>
              <a:rPr lang="en-US" altLang="zh-CN" dirty="0" err="1"/>
              <a:t>Toolmanager</a:t>
            </a:r>
            <a:r>
              <a:rPr lang="en-US" altLang="zh-CN" dirty="0"/>
              <a:t> </a:t>
            </a:r>
            <a:r>
              <a:rPr lang="zh-CN" altLang="en-US" dirty="0"/>
              <a:t>从 </a:t>
            </a:r>
            <a:r>
              <a:rPr lang="en-US" altLang="zh-CN" dirty="0"/>
              <a:t>GUI </a:t>
            </a:r>
            <a:r>
              <a:rPr lang="zh-CN" altLang="en-US" dirty="0"/>
              <a:t>接收点击事件，并在已注册的工具中查找适合该操作的工具来运行。这些事件被放入一个队列中，可能是为了使 </a:t>
            </a:r>
            <a:r>
              <a:rPr lang="en-US" altLang="zh-CN" dirty="0"/>
              <a:t>GUI </a:t>
            </a:r>
            <a:r>
              <a:rPr lang="zh-CN" altLang="en-US" dirty="0"/>
              <a:t>更加流畅。然后，这些事件被处理，范围从刷新 </a:t>
            </a:r>
            <a:r>
              <a:rPr lang="en-US" altLang="zh-CN" dirty="0"/>
              <a:t>GUI </a:t>
            </a:r>
            <a:r>
              <a:rPr lang="zh-CN" altLang="en-US" dirty="0"/>
              <a:t>到调用工具函数。</a:t>
            </a:r>
          </a:p>
          <a:p>
            <a:pPr>
              <a:buNone/>
            </a:pPr>
            <a:r>
              <a:rPr lang="zh-CN" altLang="en-US" dirty="0"/>
              <a:t>有些工具是通用的，例如缩放和移动组件。此外，还有一些特定于单个应用程序的工具，例如添加符号或布线轨迹。</a:t>
            </a:r>
          </a:p>
          <a:p>
            <a:pPr>
              <a:buNone/>
            </a:pPr>
            <a:r>
              <a:rPr lang="en-US" altLang="zh-CN" dirty="0"/>
              <a:t>PCB </a:t>
            </a:r>
            <a:r>
              <a:rPr lang="zh-CN" altLang="en-US" dirty="0"/>
              <a:t>应用程序具有一个特殊的额外组件，即“</a:t>
            </a:r>
            <a:r>
              <a:rPr lang="en-US" altLang="zh-CN" dirty="0"/>
              <a:t>Commits”</a:t>
            </a:r>
            <a:r>
              <a:rPr lang="zh-CN" altLang="en-US" dirty="0"/>
              <a:t>组件。可以创建一个提交（</a:t>
            </a:r>
            <a:r>
              <a:rPr lang="en-US" altLang="zh-CN" dirty="0"/>
              <a:t>commit</a:t>
            </a:r>
            <a:r>
              <a:rPr lang="zh-CN" altLang="en-US" dirty="0"/>
              <a:t>），然后添加、移动或删除组件，最后将提交推送（</a:t>
            </a:r>
            <a:r>
              <a:rPr lang="en-US" altLang="zh-CN" dirty="0"/>
              <a:t>push</a:t>
            </a:r>
            <a:r>
              <a:rPr lang="zh-CN" altLang="en-US" dirty="0"/>
              <a:t>）。只有在提交被推送后，</a:t>
            </a:r>
            <a:r>
              <a:rPr lang="en-US" altLang="zh-CN" dirty="0"/>
              <a:t>GUI </a:t>
            </a:r>
            <a:r>
              <a:rPr lang="zh-CN" altLang="en-US" dirty="0"/>
              <a:t>和内部状态才会更新，同时历史记录也会被修改。</a:t>
            </a:r>
          </a:p>
          <a:p>
            <a:r>
              <a:rPr lang="zh-CN" altLang="en-US" dirty="0"/>
              <a:t>所有这些调用都是对函数的直接调用，除了事件队列外，不使用其他队列，所有操作都是同步执行的。</a:t>
            </a:r>
          </a:p>
          <a:p>
            <a:endParaRPr lang="en-US" dirty="0"/>
          </a:p>
        </p:txBody>
      </p:sp>
      <p:sp>
        <p:nvSpPr>
          <p:cNvPr id="4" name="Slide Number Placeholder 3">
            <a:extLst>
              <a:ext uri="{FF2B5EF4-FFF2-40B4-BE49-F238E27FC236}">
                <a16:creationId xmlns:a16="http://schemas.microsoft.com/office/drawing/2014/main" id="{935A854E-F5A4-B6A6-F530-CDCEAF89C97F}"/>
              </a:ext>
            </a:extLst>
          </p:cNvPr>
          <p:cNvSpPr>
            <a:spLocks noGrp="1"/>
          </p:cNvSpPr>
          <p:nvPr>
            <p:ph type="sldNum" sz="quarter" idx="5"/>
          </p:nvPr>
        </p:nvSpPr>
        <p:spPr/>
        <p:txBody>
          <a:bodyPr/>
          <a:lstStyle/>
          <a:p>
            <a:fld id="{DC3BF60C-4030-4F76-AC90-A9D2F9209219}" type="slidenum">
              <a:rPr lang="en-US" smtClean="0"/>
              <a:t>67</a:t>
            </a:fld>
            <a:endParaRPr lang="en-US"/>
          </a:p>
        </p:txBody>
      </p:sp>
    </p:spTree>
    <p:extLst>
      <p:ext uri="{BB962C8B-B14F-4D97-AF65-F5344CB8AC3E}">
        <p14:creationId xmlns:p14="http://schemas.microsoft.com/office/powerpoint/2010/main" val="113460203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78200-9D2A-87A2-8DB0-0E0B055D61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EBE8E-AF1F-7CDA-9881-02C3FF657D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1BCFC-4B7B-2AEA-2E25-1E87AA7931B6}"/>
              </a:ext>
            </a:extLst>
          </p:cNvPr>
          <p:cNvSpPr>
            <a:spLocks noGrp="1"/>
          </p:cNvSpPr>
          <p:nvPr>
            <p:ph type="body" idx="1"/>
          </p:nvPr>
        </p:nvSpPr>
        <p:spPr/>
        <p:txBody>
          <a:bodyPr/>
          <a:lstStyle/>
          <a:p>
            <a:r>
              <a:rPr lang="en-US" altLang="zh-CN" dirty="0"/>
              <a:t>KiCad </a:t>
            </a:r>
            <a:r>
              <a:rPr lang="zh-CN" altLang="en-US" dirty="0"/>
              <a:t>体系结构中另一个有趣的部分是对话框的工作方式。通常，对话框是在新线程或不同于处理线程（</a:t>
            </a:r>
            <a:r>
              <a:rPr lang="en-US" altLang="zh-CN" dirty="0"/>
              <a:t>GUI </a:t>
            </a:r>
            <a:r>
              <a:rPr lang="zh-CN" altLang="en-US" dirty="0"/>
              <a:t>线程 </a:t>
            </a:r>
            <a:r>
              <a:rPr lang="en-US" altLang="zh-CN" dirty="0"/>
              <a:t>+ </a:t>
            </a:r>
            <a:r>
              <a:rPr lang="zh-CN" altLang="en-US" dirty="0"/>
              <a:t>处理线程）的线程中启动的。而 </a:t>
            </a:r>
            <a:r>
              <a:rPr lang="en-US" altLang="zh-CN" dirty="0"/>
              <a:t>KiCad </a:t>
            </a:r>
            <a:r>
              <a:rPr lang="zh-CN" altLang="en-US" dirty="0"/>
              <a:t>只有一个线程用于这两个功能，对话框也是在同一线程中运行的。这意味着在对话框运行期间，</a:t>
            </a:r>
            <a:r>
              <a:rPr lang="en-US" altLang="zh-CN" dirty="0"/>
              <a:t>UI </a:t>
            </a:r>
            <a:r>
              <a:rPr lang="zh-CN" altLang="en-US" dirty="0"/>
              <a:t>会变得无响应。然而，这种方式使得通信变得更加简单：不需要（额外的）内存管理，并且是同步的。</a:t>
            </a:r>
            <a:endParaRPr lang="en-US" dirty="0"/>
          </a:p>
        </p:txBody>
      </p:sp>
      <p:sp>
        <p:nvSpPr>
          <p:cNvPr id="4" name="Slide Number Placeholder 3">
            <a:extLst>
              <a:ext uri="{FF2B5EF4-FFF2-40B4-BE49-F238E27FC236}">
                <a16:creationId xmlns:a16="http://schemas.microsoft.com/office/drawing/2014/main" id="{2555B43C-9F84-0883-BB22-E7E62C4E7719}"/>
              </a:ext>
            </a:extLst>
          </p:cNvPr>
          <p:cNvSpPr>
            <a:spLocks noGrp="1"/>
          </p:cNvSpPr>
          <p:nvPr>
            <p:ph type="sldNum" sz="quarter" idx="5"/>
          </p:nvPr>
        </p:nvSpPr>
        <p:spPr/>
        <p:txBody>
          <a:bodyPr/>
          <a:lstStyle/>
          <a:p>
            <a:fld id="{DC3BF60C-4030-4F76-AC90-A9D2F9209219}" type="slidenum">
              <a:rPr lang="en-US" smtClean="0"/>
              <a:t>68</a:t>
            </a:fld>
            <a:endParaRPr lang="en-US"/>
          </a:p>
        </p:txBody>
      </p:sp>
    </p:spTree>
    <p:extLst>
      <p:ext uri="{BB962C8B-B14F-4D97-AF65-F5344CB8AC3E}">
        <p14:creationId xmlns:p14="http://schemas.microsoft.com/office/powerpoint/2010/main" val="2413441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06C66-3376-FB7F-A7D3-EB9812860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ACB88-0C71-562A-8C41-09B3A798F7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01C02D-E4A4-3EF5-B865-32A6EADD1690}"/>
              </a:ext>
            </a:extLst>
          </p:cNvPr>
          <p:cNvSpPr>
            <a:spLocks noGrp="1"/>
          </p:cNvSpPr>
          <p:nvPr>
            <p:ph type="body" idx="1"/>
          </p:nvPr>
        </p:nvSpPr>
        <p:spPr/>
        <p:txBody>
          <a:bodyPr/>
          <a:lstStyle/>
          <a:p>
            <a:pPr>
              <a:buNone/>
            </a:pPr>
            <a:r>
              <a:rPr lang="zh-CN" altLang="en-US" dirty="0"/>
              <a:t>之前的图示仅展示了软件内部不同组件之间的静态交互，并未解释程序的动态行为，因此未能说明事件的顺序。事件的顺序非常重要，它能明确软件应如何运行。然而，不可能为所有可能的情况都进行描述，因此我们仅讨论两个常见且最有趣的场景。</a:t>
            </a:r>
          </a:p>
          <a:p>
            <a:r>
              <a:rPr lang="zh-CN" altLang="en-US" dirty="0"/>
              <a:t>第一个场景描述了在 </a:t>
            </a:r>
            <a:r>
              <a:rPr lang="en-US" altLang="zh-CN" dirty="0" err="1"/>
              <a:t>Pcbnew</a:t>
            </a:r>
            <a:r>
              <a:rPr lang="en-US" altLang="zh-CN" dirty="0"/>
              <a:t> </a:t>
            </a:r>
            <a:r>
              <a:rPr lang="zh-CN" altLang="en-US" dirty="0"/>
              <a:t>中使用工具时的事件顺序。点击事件首先由 </a:t>
            </a:r>
            <a:r>
              <a:rPr lang="en-US" altLang="zh-CN" dirty="0" err="1"/>
              <a:t>WxWidgets</a:t>
            </a:r>
            <a:r>
              <a:rPr lang="en-US" altLang="zh-CN" dirty="0"/>
              <a:t> </a:t>
            </a:r>
            <a:r>
              <a:rPr lang="zh-CN" altLang="en-US" dirty="0"/>
              <a:t>组件捕获，然后调用通用的 </a:t>
            </a:r>
            <a:r>
              <a:rPr lang="en-US" altLang="zh-CN" dirty="0" err="1"/>
              <a:t>Toolmanager</a:t>
            </a:r>
            <a:r>
              <a:rPr lang="zh-CN" altLang="en-US" dirty="0"/>
              <a:t>，该管理器确定需要激活的具体工具，并将其添加到队列中。在此场景中，工具位于 </a:t>
            </a:r>
            <a:r>
              <a:rPr lang="en-US" altLang="zh-CN" dirty="0" err="1"/>
              <a:t>PcbTools</a:t>
            </a:r>
            <a:r>
              <a:rPr lang="en-US" altLang="zh-CN" dirty="0"/>
              <a:t> </a:t>
            </a:r>
            <a:r>
              <a:rPr lang="zh-CN" altLang="en-US" dirty="0"/>
              <a:t>组件内。单个工具可以激活多个其他工具，这是通过向队列中添加更多事件来实现的。最后，</a:t>
            </a:r>
            <a:r>
              <a:rPr lang="en-US" altLang="zh-CN" dirty="0" err="1"/>
              <a:t>PcbTool</a:t>
            </a:r>
            <a:r>
              <a:rPr lang="en-US" altLang="zh-CN" dirty="0"/>
              <a:t> </a:t>
            </a:r>
            <a:r>
              <a:rPr lang="zh-CN" altLang="en-US" dirty="0"/>
              <a:t>创建一个提交（</a:t>
            </a:r>
            <a:r>
              <a:rPr lang="en-US" altLang="zh-CN" dirty="0"/>
              <a:t>commit</a:t>
            </a:r>
            <a:r>
              <a:rPr lang="zh-CN" altLang="en-US" dirty="0"/>
              <a:t>），随后更新内部 </a:t>
            </a:r>
            <a:r>
              <a:rPr lang="en-US" altLang="zh-CN" dirty="0"/>
              <a:t>PCB </a:t>
            </a:r>
            <a:r>
              <a:rPr lang="zh-CN" altLang="en-US" dirty="0"/>
              <a:t>状态，并调用 </a:t>
            </a:r>
            <a:r>
              <a:rPr lang="en-US" altLang="zh-CN" dirty="0"/>
              <a:t>GUI </a:t>
            </a:r>
            <a:r>
              <a:rPr lang="zh-CN" altLang="en-US" dirty="0"/>
              <a:t>更新界面。</a:t>
            </a:r>
          </a:p>
          <a:p>
            <a:pPr algn="l">
              <a:spcAft>
                <a:spcPts val="1200"/>
              </a:spcAft>
              <a:buNone/>
            </a:pPr>
            <a:endParaRPr lang="en-US" b="0" i="0" dirty="0">
              <a:solidFill>
                <a:srgbClr val="374151"/>
              </a:solidFill>
              <a:effectLst/>
              <a:latin typeface="ui-sans-serif"/>
            </a:endParaRPr>
          </a:p>
        </p:txBody>
      </p:sp>
      <p:sp>
        <p:nvSpPr>
          <p:cNvPr id="4" name="Slide Number Placeholder 3">
            <a:extLst>
              <a:ext uri="{FF2B5EF4-FFF2-40B4-BE49-F238E27FC236}">
                <a16:creationId xmlns:a16="http://schemas.microsoft.com/office/drawing/2014/main" id="{C22E498D-5F09-1452-2D1F-DFBAA9833392}"/>
              </a:ext>
            </a:extLst>
          </p:cNvPr>
          <p:cNvSpPr>
            <a:spLocks noGrp="1"/>
          </p:cNvSpPr>
          <p:nvPr>
            <p:ph type="sldNum" sz="quarter" idx="5"/>
          </p:nvPr>
        </p:nvSpPr>
        <p:spPr/>
        <p:txBody>
          <a:bodyPr/>
          <a:lstStyle/>
          <a:p>
            <a:fld id="{DC3BF60C-4030-4F76-AC90-A9D2F9209219}" type="slidenum">
              <a:rPr lang="en-US" smtClean="0"/>
              <a:t>69</a:t>
            </a:fld>
            <a:endParaRPr lang="en-US"/>
          </a:p>
        </p:txBody>
      </p:sp>
    </p:spTree>
    <p:extLst>
      <p:ext uri="{BB962C8B-B14F-4D97-AF65-F5344CB8AC3E}">
        <p14:creationId xmlns:p14="http://schemas.microsoft.com/office/powerpoint/2010/main" val="5030231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A7C11-C189-6BAD-5B66-825A3F0E0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5B745-F73E-EBFD-FC95-AC160281F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85D036-29BE-AC82-2C8B-9BB1D984A2ED}"/>
              </a:ext>
            </a:extLst>
          </p:cNvPr>
          <p:cNvSpPr>
            <a:spLocks noGrp="1"/>
          </p:cNvSpPr>
          <p:nvPr>
            <p:ph type="body" idx="1"/>
          </p:nvPr>
        </p:nvSpPr>
        <p:spPr/>
        <p:txBody>
          <a:bodyPr/>
          <a:lstStyle/>
          <a:p>
            <a:pPr>
              <a:buNone/>
            </a:pPr>
            <a:r>
              <a:rPr lang="zh-CN" altLang="en-US" dirty="0"/>
              <a:t>第二种情况说明了在</a:t>
            </a:r>
            <a:r>
              <a:rPr lang="en-US" altLang="zh-CN" dirty="0" err="1"/>
              <a:t>Eeschema</a:t>
            </a:r>
            <a:r>
              <a:rPr lang="zh-CN" altLang="en-US" dirty="0"/>
              <a:t>和</a:t>
            </a:r>
            <a:r>
              <a:rPr lang="en-US" altLang="zh-CN" dirty="0" err="1"/>
              <a:t>Pcbnew</a:t>
            </a:r>
            <a:r>
              <a:rPr lang="zh-CN" altLang="en-US" dirty="0"/>
              <a:t>应用之间使用</a:t>
            </a:r>
            <a:r>
              <a:rPr lang="en-US" altLang="zh-CN" dirty="0" err="1"/>
              <a:t>Kiway</a:t>
            </a:r>
            <a:r>
              <a:rPr lang="zh-CN" altLang="en-US" dirty="0"/>
              <a:t>互连的方式。每当在</a:t>
            </a:r>
            <a:r>
              <a:rPr lang="en-US" altLang="zh-CN" dirty="0" err="1"/>
              <a:t>Eeschema</a:t>
            </a:r>
            <a:r>
              <a:rPr lang="zh-CN" altLang="en-US" dirty="0"/>
              <a:t>中设计一个原理图时，可以使用“从原理图更新</a:t>
            </a:r>
            <a:r>
              <a:rPr lang="en-US" altLang="zh-CN" dirty="0"/>
              <a:t>PCB”</a:t>
            </a:r>
            <a:r>
              <a:rPr lang="zh-CN" altLang="en-US" dirty="0"/>
              <a:t>工具来生成或仅更新网表，传递给</a:t>
            </a:r>
            <a:r>
              <a:rPr lang="en-US" altLang="zh-CN" dirty="0" err="1"/>
              <a:t>Pcbnew</a:t>
            </a:r>
            <a:r>
              <a:rPr lang="zh-CN" altLang="en-US" dirty="0"/>
              <a:t>应用。下方所示的流程图显示了这一过程的顺序，流程从</a:t>
            </a:r>
            <a:r>
              <a:rPr lang="en-US" altLang="zh-CN" dirty="0" err="1"/>
              <a:t>Toolmanager</a:t>
            </a:r>
            <a:r>
              <a:rPr lang="zh-CN" altLang="en-US" dirty="0"/>
              <a:t>接收到来自</a:t>
            </a:r>
            <a:r>
              <a:rPr lang="en-US" altLang="zh-CN" dirty="0"/>
              <a:t>GUI</a:t>
            </a:r>
            <a:r>
              <a:rPr lang="zh-CN" altLang="en-US" dirty="0"/>
              <a:t>界面的点击调用开始，如之前的运行时视图所示。</a:t>
            </a:r>
          </a:p>
          <a:p>
            <a:r>
              <a:rPr lang="en-US" altLang="zh-CN" dirty="0" err="1"/>
              <a:t>Eeschema</a:t>
            </a:r>
            <a:r>
              <a:rPr lang="zh-CN" altLang="en-US" dirty="0"/>
              <a:t>的工具管理器将激活相应的工具功能，首先通过</a:t>
            </a:r>
            <a:r>
              <a:rPr lang="en-US" altLang="zh-CN" dirty="0" err="1"/>
              <a:t>Kiway</a:t>
            </a:r>
            <a:r>
              <a:rPr lang="zh-CN" altLang="en-US" dirty="0"/>
              <a:t>检查</a:t>
            </a:r>
            <a:r>
              <a:rPr lang="en-US" altLang="zh-CN" dirty="0" err="1"/>
              <a:t>Pcbnew</a:t>
            </a:r>
            <a:r>
              <a:rPr lang="zh-CN" altLang="en-US" dirty="0"/>
              <a:t>是否已经处于激活状态。如果不是，它将通过</a:t>
            </a:r>
            <a:r>
              <a:rPr lang="en-US" altLang="zh-CN" dirty="0" err="1"/>
              <a:t>Kiway</a:t>
            </a:r>
            <a:r>
              <a:rPr lang="zh-CN" altLang="en-US" dirty="0"/>
              <a:t>激活</a:t>
            </a:r>
            <a:r>
              <a:rPr lang="en-US" altLang="zh-CN" dirty="0" err="1"/>
              <a:t>Pcbnew</a:t>
            </a:r>
            <a:r>
              <a:rPr lang="zh-CN" altLang="en-US" dirty="0"/>
              <a:t>。随后，一封“邮件”将通过互连发送，控制权将返回给</a:t>
            </a:r>
            <a:r>
              <a:rPr lang="en-US" altLang="zh-CN" dirty="0" err="1"/>
              <a:t>Eeschema</a:t>
            </a:r>
            <a:r>
              <a:rPr lang="zh-CN" altLang="en-US" dirty="0"/>
              <a:t>。</a:t>
            </a:r>
            <a:r>
              <a:rPr lang="en-US" altLang="zh-CN" dirty="0" err="1"/>
              <a:t>Pcbnew</a:t>
            </a:r>
            <a:r>
              <a:rPr lang="zh-CN" altLang="en-US" dirty="0"/>
              <a:t>接收邮件并通过其自身的工具管理器激活相应的任务。需要注意的是，</a:t>
            </a:r>
            <a:r>
              <a:rPr lang="en-US" altLang="zh-CN" dirty="0" err="1"/>
              <a:t>Kiway</a:t>
            </a:r>
            <a:r>
              <a:rPr lang="zh-CN" altLang="en-US" dirty="0"/>
              <a:t>互连的通信是异步的。</a:t>
            </a:r>
          </a:p>
          <a:p>
            <a:pPr algn="l">
              <a:spcAft>
                <a:spcPts val="1200"/>
              </a:spcAft>
              <a:buNone/>
            </a:pPr>
            <a:endParaRPr lang="en-US" b="0" i="0" dirty="0">
              <a:solidFill>
                <a:srgbClr val="374151"/>
              </a:solidFill>
              <a:effectLst/>
              <a:latin typeface="ui-sans-serif"/>
            </a:endParaRPr>
          </a:p>
        </p:txBody>
      </p:sp>
      <p:sp>
        <p:nvSpPr>
          <p:cNvPr id="4" name="Slide Number Placeholder 3">
            <a:extLst>
              <a:ext uri="{FF2B5EF4-FFF2-40B4-BE49-F238E27FC236}">
                <a16:creationId xmlns:a16="http://schemas.microsoft.com/office/drawing/2014/main" id="{48D82C98-B2F8-CD51-F0CB-51C52D47ABB2}"/>
              </a:ext>
            </a:extLst>
          </p:cNvPr>
          <p:cNvSpPr>
            <a:spLocks noGrp="1"/>
          </p:cNvSpPr>
          <p:nvPr>
            <p:ph type="sldNum" sz="quarter" idx="5"/>
          </p:nvPr>
        </p:nvSpPr>
        <p:spPr/>
        <p:txBody>
          <a:bodyPr/>
          <a:lstStyle/>
          <a:p>
            <a:fld id="{DC3BF60C-4030-4F76-AC90-A9D2F9209219}" type="slidenum">
              <a:rPr lang="en-US" smtClean="0"/>
              <a:t>70</a:t>
            </a:fld>
            <a:endParaRPr lang="en-US"/>
          </a:p>
        </p:txBody>
      </p:sp>
    </p:spTree>
    <p:extLst>
      <p:ext uri="{BB962C8B-B14F-4D97-AF65-F5344CB8AC3E}">
        <p14:creationId xmlns:p14="http://schemas.microsoft.com/office/powerpoint/2010/main" val="22745416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AF970-456B-6D89-3EC8-9D9F5C6EF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85A06-6AC1-C68D-59E7-F8779AAB9D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DA8DC0-1927-2E88-76A7-A5D8628286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EDDBAD-79AB-0C8F-95F3-F8D75CB9FD63}"/>
              </a:ext>
            </a:extLst>
          </p:cNvPr>
          <p:cNvSpPr>
            <a:spLocks noGrp="1"/>
          </p:cNvSpPr>
          <p:nvPr>
            <p:ph type="sldNum" sz="quarter" idx="5"/>
          </p:nvPr>
        </p:nvSpPr>
        <p:spPr/>
        <p:txBody>
          <a:bodyPr/>
          <a:lstStyle/>
          <a:p>
            <a:fld id="{DC3BF60C-4030-4F76-AC90-A9D2F9209219}" type="slidenum">
              <a:rPr lang="en-US" smtClean="0"/>
              <a:t>71</a:t>
            </a:fld>
            <a:endParaRPr lang="en-US"/>
          </a:p>
        </p:txBody>
      </p:sp>
    </p:spTree>
    <p:extLst>
      <p:ext uri="{BB962C8B-B14F-4D97-AF65-F5344CB8AC3E}">
        <p14:creationId xmlns:p14="http://schemas.microsoft.com/office/powerpoint/2010/main" val="4058874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CA4FD3-B973-491A-9DC4-300ADED7CCCB}" type="datetimeFigureOut">
              <a:rPr lang="en-US" smtClean="0"/>
              <a:t>3/27/2025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2470666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CA4FD3-B973-491A-9DC4-300ADED7CCCB}" type="datetimeFigureOut">
              <a:rPr lang="en-US" smtClean="0"/>
              <a:t>3/27/2025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1264866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CA4FD3-B973-491A-9DC4-300ADED7CCCB}" type="datetimeFigureOut">
              <a:rPr lang="en-US" smtClean="0"/>
              <a:t>3/27/2025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1917654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CA4FD3-B973-491A-9DC4-300ADED7CCCB}" type="datetimeFigureOut">
              <a:rPr lang="en-US" smtClean="0"/>
              <a:t>3/27/2025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424740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CA4FD3-B973-491A-9DC4-300ADED7CCCB}" type="datetimeFigureOut">
              <a:rPr lang="en-US" smtClean="0"/>
              <a:t>3/27/2025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2138981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CA4FD3-B973-491A-9DC4-300ADED7CCCB}" type="datetimeFigureOut">
              <a:rPr lang="en-US" smtClean="0"/>
              <a:t>3/27/2025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71517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CA4FD3-B973-491A-9DC4-300ADED7CCCB}" type="datetimeFigureOut">
              <a:rPr lang="en-US" smtClean="0"/>
              <a:t>3/27/2025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1492594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CA4FD3-B973-491A-9DC4-300ADED7CCCB}" type="datetimeFigureOut">
              <a:rPr lang="en-US" smtClean="0"/>
              <a:t>3/27/2025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437898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CA4FD3-B973-491A-9DC4-300ADED7CCCB}" type="datetimeFigureOut">
              <a:rPr lang="en-US" smtClean="0"/>
              <a:t>3/27/2025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3831507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CA4FD3-B973-491A-9DC4-300ADED7CCCB}" type="datetimeFigureOut">
              <a:rPr lang="en-US" smtClean="0"/>
              <a:t>3/27/2025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2884329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CA4FD3-B973-491A-9DC4-300ADED7CCCB}" type="datetimeFigureOut">
              <a:rPr lang="en-US" smtClean="0"/>
              <a:t>3/27/2025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D743A81-98A9-43F7-BA09-E4F752996674}"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34536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7CA4FD3-B973-491A-9DC4-300ADED7CCCB}" type="datetimeFigureOut">
              <a:rPr lang="en-US" smtClean="0"/>
              <a:t>3/27/2025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25339572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7CA4FD3-B973-491A-9DC4-300ADED7CCCB}" type="datetimeFigureOut">
              <a:rPr lang="en-US" smtClean="0"/>
              <a:t>3/27/2025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D743A81-98A9-43F7-BA09-E4F752996674}"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55399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7CA4FD3-B973-491A-9DC4-300ADED7CCCB}" type="datetimeFigureOut">
              <a:rPr lang="en-US" smtClean="0"/>
              <a:t>3/27/2025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3418425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CA4FD3-B973-491A-9DC4-300ADED7CCCB}" type="datetimeFigureOut">
              <a:rPr lang="en-US" smtClean="0"/>
              <a:t>3/27/2025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2298150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CA4FD3-B973-491A-9DC4-300ADED7CCCB}" type="datetimeFigureOut">
              <a:rPr lang="en-US" smtClean="0"/>
              <a:t>3/27/2025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D743A81-98A9-43F7-BA09-E4F752996674}" type="slidenum">
              <a:rPr lang="en-US" smtClean="0"/>
              <a:t>‹#›</a:t>
            </a:fld>
            <a:endParaRPr lang="en-US"/>
          </a:p>
        </p:txBody>
      </p:sp>
    </p:spTree>
    <p:extLst>
      <p:ext uri="{BB962C8B-B14F-4D97-AF65-F5344CB8AC3E}">
        <p14:creationId xmlns:p14="http://schemas.microsoft.com/office/powerpoint/2010/main" val="4197398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7CA4FD3-B973-491A-9DC4-300ADED7CCCB}" type="datetimeFigureOut">
              <a:rPr lang="en-US" smtClean="0"/>
              <a:t>3/27/2025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D743A81-98A9-43F7-BA09-E4F752996674}" type="slidenum">
              <a:rPr lang="en-US" smtClean="0"/>
              <a:t>‹#›</a:t>
            </a:fld>
            <a:endParaRPr lang="en-US"/>
          </a:p>
        </p:txBody>
      </p:sp>
    </p:spTree>
    <p:extLst>
      <p:ext uri="{BB962C8B-B14F-4D97-AF65-F5344CB8AC3E}">
        <p14:creationId xmlns:p14="http://schemas.microsoft.com/office/powerpoint/2010/main" val="102375711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iki.qt.io/Strings_and_encodings_in_Qt" TargetMode="External"/><Relationship Id="rId5" Type="http://schemas.openxmlformats.org/officeDocument/2006/relationships/hyperlink" Target="http://www.joelonsoftware.com/articles/Unicode.html" TargetMode="Externa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8.emf"/><Relationship Id="rId4" Type="http://schemas.openxmlformats.org/officeDocument/2006/relationships/image" Target="../media/image17.svg"/></Relationships>
</file>

<file path=ppt/slides/_rels/slide18.xml.rels><?xml version="1.0" encoding="UTF-8" standalone="yes"?>
<Relationships xmlns="http://schemas.openxmlformats.org/package/2006/relationships"><Relationship Id="rId3" Type="http://schemas.openxmlformats.org/officeDocument/2006/relationships/hyperlink" Target="https://godbolt.org/"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hyperlink" Target="https://visualstudio.microsoft.com/downloads/"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hyperlink" Target="https://git-scm.com/downloads/win"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36.sv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microsoft/vcpkg.git" TargetMode="External"/><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hyperlink" Target="https://github.com/ninja-build/ninja/releases" TargetMode="External"/><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49.sv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56.png"/></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8.xml"/><Relationship Id="rId1" Type="http://schemas.openxmlformats.org/officeDocument/2006/relationships/slideLayout" Target="../slideLayouts/slideLayout6.xml"/><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image" Target="../media/image66.png"/></Relationships>
</file>

<file path=ppt/slides/_rels/slide5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60088F-7F31-4596-915C-E173A9EE89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3104" y="0"/>
            <a:ext cx="8905792" cy="6858000"/>
          </a:xfrm>
          <a:prstGeom prst="rect">
            <a:avLst/>
          </a:prstGeom>
        </p:spPr>
      </p:pic>
    </p:spTree>
    <p:extLst>
      <p:ext uri="{BB962C8B-B14F-4D97-AF65-F5344CB8AC3E}">
        <p14:creationId xmlns:p14="http://schemas.microsoft.com/office/powerpoint/2010/main" val="222996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53CF4-0394-9FE4-877A-B6BDD5046C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85849C-5BF6-ADCB-A9C9-B19B395127B1}"/>
              </a:ext>
            </a:extLst>
          </p:cNvPr>
          <p:cNvSpPr>
            <a:spLocks noGrp="1"/>
          </p:cNvSpPr>
          <p:nvPr>
            <p:ph type="title"/>
          </p:nvPr>
        </p:nvSpPr>
        <p:spPr>
          <a:xfrm>
            <a:off x="4880663" y="3249969"/>
            <a:ext cx="3376645" cy="514350"/>
          </a:xfrm>
        </p:spPr>
        <p:txBody>
          <a:bodyPr>
            <a:normAutofit fontScale="90000"/>
          </a:bodyPr>
          <a:lstStyle/>
          <a:p>
            <a:r>
              <a:rPr lang="en-US" altLang="zh-CN" dirty="0"/>
              <a:t>KiCad</a:t>
            </a:r>
            <a:r>
              <a:rPr lang="zh-CN" altLang="en-US" dirty="0"/>
              <a:t>简介</a:t>
            </a:r>
            <a:endParaRPr lang="en-US" dirty="0"/>
          </a:p>
        </p:txBody>
      </p:sp>
      <p:sp>
        <p:nvSpPr>
          <p:cNvPr id="9" name="AutoShape 2" descr="18,062,400+ Prepared Stock Photos, Pictures &amp; Royalty-Free Images ...">
            <a:extLst>
              <a:ext uri="{FF2B5EF4-FFF2-40B4-BE49-F238E27FC236}">
                <a16:creationId xmlns:a16="http://schemas.microsoft.com/office/drawing/2014/main" id="{A497DD37-A551-C61F-7F75-7E1A053F56F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A36A6AEC-5753-CB52-0A9D-B4E19CC20021}"/>
              </a:ext>
            </a:extLst>
          </p:cNvPr>
          <p:cNvSpPr txBox="1"/>
          <p:nvPr/>
        </p:nvSpPr>
        <p:spPr>
          <a:xfrm>
            <a:off x="1496291" y="6285453"/>
            <a:ext cx="8118763" cy="369332"/>
          </a:xfrm>
          <a:prstGeom prst="rect">
            <a:avLst/>
          </a:prstGeom>
          <a:noFill/>
        </p:spPr>
        <p:txBody>
          <a:bodyPr wrap="square">
            <a:spAutoFit/>
          </a:bodyPr>
          <a:lstStyle/>
          <a:p>
            <a:r>
              <a:rPr lang="en-US" dirty="0"/>
              <a:t>https://2021.desosa.nl/projects/kicad/posts/2021-03-08-product-vision/</a:t>
            </a:r>
          </a:p>
        </p:txBody>
      </p:sp>
    </p:spTree>
    <p:extLst>
      <p:ext uri="{BB962C8B-B14F-4D97-AF65-F5344CB8AC3E}">
        <p14:creationId xmlns:p14="http://schemas.microsoft.com/office/powerpoint/2010/main" val="3162580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53F93-87A9-603C-C577-B6657652E7B7}"/>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7D1D1F91-7624-E1D0-F485-16B1739579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657225"/>
            <a:ext cx="7162800" cy="5543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5945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0ECE3-9EAC-F8FF-817A-BFA68A3188EE}"/>
            </a:ext>
          </a:extLst>
        </p:cNvPr>
        <p:cNvGrpSpPr/>
        <p:nvPr/>
      </p:nvGrpSpPr>
      <p:grpSpPr>
        <a:xfrm>
          <a:off x="0" y="0"/>
          <a:ext cx="0" cy="0"/>
          <a:chOff x="0" y="0"/>
          <a:chExt cx="0" cy="0"/>
        </a:xfrm>
      </p:grpSpPr>
      <p:pic>
        <p:nvPicPr>
          <p:cNvPr id="10242" name="Picture 2">
            <a:extLst>
              <a:ext uri="{FF2B5EF4-FFF2-40B4-BE49-F238E27FC236}">
                <a16:creationId xmlns:a16="http://schemas.microsoft.com/office/drawing/2014/main" id="{56ED0297-0A8C-B5B5-91CA-10C61975B0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180975"/>
            <a:ext cx="9525000" cy="649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5976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01486-9030-22E1-48F9-C61BC4DA6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2A4A0B-DD39-B53B-C0F1-2512D7F5CDF5}"/>
              </a:ext>
            </a:extLst>
          </p:cNvPr>
          <p:cNvSpPr>
            <a:spLocks noGrp="1"/>
          </p:cNvSpPr>
          <p:nvPr>
            <p:ph type="title"/>
          </p:nvPr>
        </p:nvSpPr>
        <p:spPr>
          <a:xfrm>
            <a:off x="4880663" y="3249969"/>
            <a:ext cx="3376645" cy="514350"/>
          </a:xfrm>
        </p:spPr>
        <p:txBody>
          <a:bodyPr>
            <a:normAutofit fontScale="90000"/>
          </a:bodyPr>
          <a:lstStyle/>
          <a:p>
            <a:r>
              <a:rPr lang="en-US" altLang="zh-CN" dirty="0"/>
              <a:t>KiCad</a:t>
            </a:r>
            <a:r>
              <a:rPr lang="zh-CN" altLang="en-US" dirty="0"/>
              <a:t>源码概览</a:t>
            </a:r>
            <a:endParaRPr lang="en-US" dirty="0"/>
          </a:p>
        </p:txBody>
      </p:sp>
      <p:sp>
        <p:nvSpPr>
          <p:cNvPr id="9" name="AutoShape 2" descr="18,062,400+ Prepared Stock Photos, Pictures &amp; Royalty-Free Images ...">
            <a:extLst>
              <a:ext uri="{FF2B5EF4-FFF2-40B4-BE49-F238E27FC236}">
                <a16:creationId xmlns:a16="http://schemas.microsoft.com/office/drawing/2014/main" id="{F47541BA-C98D-42AF-DCB2-0A307514F12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59781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687CB07-AF9D-D72A-FFBA-DE7A4B9F6C61}"/>
              </a:ext>
            </a:extLst>
          </p:cNvPr>
          <p:cNvPicPr>
            <a:picLocks noChangeAspect="1"/>
          </p:cNvPicPr>
          <p:nvPr/>
        </p:nvPicPr>
        <p:blipFill>
          <a:blip r:embed="rId2"/>
          <a:stretch>
            <a:fillRect/>
          </a:stretch>
        </p:blipFill>
        <p:spPr>
          <a:xfrm>
            <a:off x="2592926" y="2363209"/>
            <a:ext cx="7600632" cy="3610301"/>
          </a:xfrm>
          <a:prstGeom prst="rect">
            <a:avLst/>
          </a:prstGeom>
        </p:spPr>
      </p:pic>
      <p:sp>
        <p:nvSpPr>
          <p:cNvPr id="2" name="Title 1">
            <a:extLst>
              <a:ext uri="{FF2B5EF4-FFF2-40B4-BE49-F238E27FC236}">
                <a16:creationId xmlns:a16="http://schemas.microsoft.com/office/drawing/2014/main" id="{85FD351B-E116-E537-78BC-CC91AB3DA58F}"/>
              </a:ext>
            </a:extLst>
          </p:cNvPr>
          <p:cNvSpPr>
            <a:spLocks noGrp="1"/>
          </p:cNvSpPr>
          <p:nvPr>
            <p:ph type="title"/>
          </p:nvPr>
        </p:nvSpPr>
        <p:spPr/>
        <p:txBody>
          <a:bodyPr/>
          <a:lstStyle/>
          <a:p>
            <a:r>
              <a:rPr lang="zh-CN" altLang="en-US" dirty="0"/>
              <a:t>在哪里可以获取</a:t>
            </a:r>
            <a:r>
              <a:rPr lang="en-US" altLang="zh-CN" dirty="0"/>
              <a:t>KiCad</a:t>
            </a:r>
            <a:r>
              <a:rPr lang="zh-CN" altLang="en-US" dirty="0"/>
              <a:t>源码</a:t>
            </a:r>
            <a:endParaRPr lang="en-US" dirty="0"/>
          </a:p>
        </p:txBody>
      </p:sp>
      <p:sp>
        <p:nvSpPr>
          <p:cNvPr id="6" name="Text Placeholder 2">
            <a:extLst>
              <a:ext uri="{FF2B5EF4-FFF2-40B4-BE49-F238E27FC236}">
                <a16:creationId xmlns:a16="http://schemas.microsoft.com/office/drawing/2014/main" id="{6C67D1FC-DD45-61AB-2982-7CC7766B2234}"/>
              </a:ext>
            </a:extLst>
          </p:cNvPr>
          <p:cNvSpPr txBox="1">
            <a:spLocks/>
          </p:cNvSpPr>
          <p:nvPr/>
        </p:nvSpPr>
        <p:spPr>
          <a:xfrm>
            <a:off x="2592925" y="6337715"/>
            <a:ext cx="5484232" cy="369332"/>
          </a:xfrm>
          <a:prstGeom prst="rect">
            <a:avLst/>
          </a:prstGeom>
        </p:spPr>
        <p:txBody>
          <a:bodyPr wrap="square" lIns="0" tIns="0" rIns="0" bIns="0">
            <a:spAutoFit/>
          </a:bodyPr>
          <a:lstStyle>
            <a:lvl1pPr marL="0" eaLnBrk="1" hangingPunct="1">
              <a:defRPr sz="2400" b="0" i="1">
                <a:solidFill>
                  <a:srgbClr val="595959"/>
                </a:solidFill>
                <a:latin typeface="Arial"/>
                <a:ea typeface="+mn-ea"/>
                <a:cs typeface="Arial"/>
              </a:defRPr>
            </a:lvl1pPr>
            <a:lvl2pPr marL="609585" eaLnBrk="1" hangingPunct="1">
              <a:defRPr>
                <a:latin typeface="+mn-lt"/>
                <a:ea typeface="+mn-ea"/>
                <a:cs typeface="+mn-cs"/>
              </a:defRPr>
            </a:lvl2pPr>
            <a:lvl3pPr marL="1219170" eaLnBrk="1" hangingPunct="1">
              <a:defRPr>
                <a:latin typeface="+mn-lt"/>
                <a:ea typeface="+mn-ea"/>
                <a:cs typeface="+mn-cs"/>
              </a:defRPr>
            </a:lvl3pPr>
            <a:lvl4pPr marL="1828754" eaLnBrk="1" hangingPunct="1">
              <a:defRPr>
                <a:latin typeface="+mn-lt"/>
                <a:ea typeface="+mn-ea"/>
                <a:cs typeface="+mn-cs"/>
              </a:defRPr>
            </a:lvl4pPr>
            <a:lvl5pPr marL="2438339" eaLnBrk="1" hangingPunct="1">
              <a:defRPr>
                <a:latin typeface="+mn-lt"/>
                <a:ea typeface="+mn-ea"/>
                <a:cs typeface="+mn-cs"/>
              </a:defRPr>
            </a:lvl5pPr>
            <a:lvl6pPr marL="3047924" eaLnBrk="1" hangingPunct="1">
              <a:defRPr>
                <a:latin typeface="+mn-lt"/>
                <a:ea typeface="+mn-ea"/>
                <a:cs typeface="+mn-cs"/>
              </a:defRPr>
            </a:lvl6pPr>
            <a:lvl7pPr marL="3657509" eaLnBrk="1" hangingPunct="1">
              <a:defRPr>
                <a:latin typeface="+mn-lt"/>
                <a:ea typeface="+mn-ea"/>
                <a:cs typeface="+mn-cs"/>
              </a:defRPr>
            </a:lvl7pPr>
            <a:lvl8pPr marL="4267093" eaLnBrk="1" hangingPunct="1">
              <a:defRPr>
                <a:latin typeface="+mn-lt"/>
                <a:ea typeface="+mn-ea"/>
                <a:cs typeface="+mn-cs"/>
              </a:defRPr>
            </a:lvl8pPr>
            <a:lvl9pPr marL="4876678" eaLnBrk="1" hangingPunct="1">
              <a:defRPr>
                <a:latin typeface="+mn-lt"/>
                <a:ea typeface="+mn-ea"/>
                <a:cs typeface="+mn-cs"/>
              </a:defRPr>
            </a:lvl9pPr>
          </a:lstStyle>
          <a:p>
            <a:r>
              <a:rPr lang="en-US" dirty="0"/>
              <a:t>https://gitlab.com/kicad/code/kicad/</a:t>
            </a:r>
          </a:p>
        </p:txBody>
      </p:sp>
      <p:pic>
        <p:nvPicPr>
          <p:cNvPr id="10" name="Picture 9">
            <a:extLst>
              <a:ext uri="{FF2B5EF4-FFF2-40B4-BE49-F238E27FC236}">
                <a16:creationId xmlns:a16="http://schemas.microsoft.com/office/drawing/2014/main" id="{945554F1-C37A-5968-8F0B-118791DCD40B}"/>
              </a:ext>
            </a:extLst>
          </p:cNvPr>
          <p:cNvPicPr>
            <a:picLocks noChangeAspect="1"/>
          </p:cNvPicPr>
          <p:nvPr/>
        </p:nvPicPr>
        <p:blipFill>
          <a:blip r:embed="rId3"/>
          <a:stretch>
            <a:fillRect/>
          </a:stretch>
        </p:blipFill>
        <p:spPr>
          <a:xfrm>
            <a:off x="2592926" y="2363210"/>
            <a:ext cx="7600632" cy="3610300"/>
          </a:xfrm>
          <a:prstGeom prst="rect">
            <a:avLst/>
          </a:prstGeom>
        </p:spPr>
      </p:pic>
    </p:spTree>
    <p:extLst>
      <p:ext uri="{BB962C8B-B14F-4D97-AF65-F5344CB8AC3E}">
        <p14:creationId xmlns:p14="http://schemas.microsoft.com/office/powerpoint/2010/main" val="3861666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AF004-ECB6-3652-7617-C9AE493C87A6}"/>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FB94A0B-2C14-6D92-1784-F351B81C08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3150" y="297464"/>
            <a:ext cx="8900715" cy="6385347"/>
          </a:xfrm>
          <a:prstGeom prst="rect">
            <a:avLst/>
          </a:prstGeom>
        </p:spPr>
      </p:pic>
    </p:spTree>
    <p:extLst>
      <p:ext uri="{BB962C8B-B14F-4D97-AF65-F5344CB8AC3E}">
        <p14:creationId xmlns:p14="http://schemas.microsoft.com/office/powerpoint/2010/main" val="2946659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3111A063-71D1-5909-7392-D2CC5F8F9C02}"/>
            </a:ext>
          </a:extLst>
        </p:cNvPr>
        <p:cNvGrpSpPr/>
        <p:nvPr/>
      </p:nvGrpSpPr>
      <p:grpSpPr>
        <a:xfrm>
          <a:off x="0" y="0"/>
          <a:ext cx="0" cy="0"/>
          <a:chOff x="0" y="0"/>
          <a:chExt cx="0" cy="0"/>
        </a:xfrm>
      </p:grpSpPr>
      <p:grpSp>
        <p:nvGrpSpPr>
          <p:cNvPr id="68" name="Group 67">
            <a:extLst>
              <a:ext uri="{FF2B5EF4-FFF2-40B4-BE49-F238E27FC236}">
                <a16:creationId xmlns:a16="http://schemas.microsoft.com/office/drawing/2014/main" id="{58DF5B7A-7785-49C6-B4EB-252FF28C21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69" name="Freeform 11">
              <a:extLst>
                <a:ext uri="{FF2B5EF4-FFF2-40B4-BE49-F238E27FC236}">
                  <a16:creationId xmlns:a16="http://schemas.microsoft.com/office/drawing/2014/main" id="{78BD0529-90E2-47B4-8D13-CEE11A154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70" name="Freeform 12">
              <a:extLst>
                <a:ext uri="{FF2B5EF4-FFF2-40B4-BE49-F238E27FC236}">
                  <a16:creationId xmlns:a16="http://schemas.microsoft.com/office/drawing/2014/main" id="{AE127430-162B-43FD-A02F-6E8AD8FD9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71" name="Freeform 13">
              <a:extLst>
                <a:ext uri="{FF2B5EF4-FFF2-40B4-BE49-F238E27FC236}">
                  <a16:creationId xmlns:a16="http://schemas.microsoft.com/office/drawing/2014/main" id="{7A6023CB-BCF4-4A3C-B04B-EFF6779217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72" name="Freeform 14">
              <a:extLst>
                <a:ext uri="{FF2B5EF4-FFF2-40B4-BE49-F238E27FC236}">
                  <a16:creationId xmlns:a16="http://schemas.microsoft.com/office/drawing/2014/main" id="{98B0FCF0-0865-45E1-977A-5BFDD0EFC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73" name="Freeform 15">
              <a:extLst>
                <a:ext uri="{FF2B5EF4-FFF2-40B4-BE49-F238E27FC236}">
                  <a16:creationId xmlns:a16="http://schemas.microsoft.com/office/drawing/2014/main" id="{C1FF2792-ADB4-44D2-B7EF-6E3503725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74" name="Freeform 16">
              <a:extLst>
                <a:ext uri="{FF2B5EF4-FFF2-40B4-BE49-F238E27FC236}">
                  <a16:creationId xmlns:a16="http://schemas.microsoft.com/office/drawing/2014/main" id="{B7B0F0A2-D4CD-4EA5-96E9-9E282F25CD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75" name="Freeform 17">
              <a:extLst>
                <a:ext uri="{FF2B5EF4-FFF2-40B4-BE49-F238E27FC236}">
                  <a16:creationId xmlns:a16="http://schemas.microsoft.com/office/drawing/2014/main" id="{FBBC4912-27C6-4C5E-9C40-AE9B6644E5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76" name="Freeform 18">
              <a:extLst>
                <a:ext uri="{FF2B5EF4-FFF2-40B4-BE49-F238E27FC236}">
                  <a16:creationId xmlns:a16="http://schemas.microsoft.com/office/drawing/2014/main" id="{127E474D-BE64-49E8-8C82-691642D0BC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77" name="Freeform 19">
              <a:extLst>
                <a:ext uri="{FF2B5EF4-FFF2-40B4-BE49-F238E27FC236}">
                  <a16:creationId xmlns:a16="http://schemas.microsoft.com/office/drawing/2014/main" id="{A385E451-43CB-441B-83EE-28ACB6BCBC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78" name="Freeform 20">
              <a:extLst>
                <a:ext uri="{FF2B5EF4-FFF2-40B4-BE49-F238E27FC236}">
                  <a16:creationId xmlns:a16="http://schemas.microsoft.com/office/drawing/2014/main" id="{5BF91B89-051C-49D8-9029-83A1F52B0E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79" name="Freeform 21">
              <a:extLst>
                <a:ext uri="{FF2B5EF4-FFF2-40B4-BE49-F238E27FC236}">
                  <a16:creationId xmlns:a16="http://schemas.microsoft.com/office/drawing/2014/main" id="{42329880-D64F-4074-ABE4-348FDC7FB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80" name="Freeform 22">
              <a:extLst>
                <a:ext uri="{FF2B5EF4-FFF2-40B4-BE49-F238E27FC236}">
                  <a16:creationId xmlns:a16="http://schemas.microsoft.com/office/drawing/2014/main" id="{2FAD4595-5B16-442B-A756-924FB136A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82" name="Group 81">
            <a:extLst>
              <a:ext uri="{FF2B5EF4-FFF2-40B4-BE49-F238E27FC236}">
                <a16:creationId xmlns:a16="http://schemas.microsoft.com/office/drawing/2014/main" id="{9F9B151E-1B34-4FA6-A53D-B92F787D9EA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83" name="Freeform 27">
              <a:extLst>
                <a:ext uri="{FF2B5EF4-FFF2-40B4-BE49-F238E27FC236}">
                  <a16:creationId xmlns:a16="http://schemas.microsoft.com/office/drawing/2014/main" id="{617ED8F6-0AA2-4080-ADCB-6C7CE17598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84" name="Freeform 28">
              <a:extLst>
                <a:ext uri="{FF2B5EF4-FFF2-40B4-BE49-F238E27FC236}">
                  <a16:creationId xmlns:a16="http://schemas.microsoft.com/office/drawing/2014/main" id="{76F017FD-AF02-4E22-A564-5DCC93F536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85" name="Freeform 29">
              <a:extLst>
                <a:ext uri="{FF2B5EF4-FFF2-40B4-BE49-F238E27FC236}">
                  <a16:creationId xmlns:a16="http://schemas.microsoft.com/office/drawing/2014/main" id="{61F8A187-FAA8-4625-AC70-EE2C7499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86" name="Freeform 30">
              <a:extLst>
                <a:ext uri="{FF2B5EF4-FFF2-40B4-BE49-F238E27FC236}">
                  <a16:creationId xmlns:a16="http://schemas.microsoft.com/office/drawing/2014/main" id="{6D431C21-669A-42BC-A2DF-9092CA729B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87" name="Freeform 31">
              <a:extLst>
                <a:ext uri="{FF2B5EF4-FFF2-40B4-BE49-F238E27FC236}">
                  <a16:creationId xmlns:a16="http://schemas.microsoft.com/office/drawing/2014/main" id="{D143DDDF-3A80-4C43-BBCF-8EC1280102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88" name="Freeform 32">
              <a:extLst>
                <a:ext uri="{FF2B5EF4-FFF2-40B4-BE49-F238E27FC236}">
                  <a16:creationId xmlns:a16="http://schemas.microsoft.com/office/drawing/2014/main" id="{313BFF88-4BDD-4CC4-A514-C7D655779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89" name="Freeform 33">
              <a:extLst>
                <a:ext uri="{FF2B5EF4-FFF2-40B4-BE49-F238E27FC236}">
                  <a16:creationId xmlns:a16="http://schemas.microsoft.com/office/drawing/2014/main" id="{BA235B4A-F8AD-4C1E-9074-356253813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90" name="Freeform 34">
              <a:extLst>
                <a:ext uri="{FF2B5EF4-FFF2-40B4-BE49-F238E27FC236}">
                  <a16:creationId xmlns:a16="http://schemas.microsoft.com/office/drawing/2014/main" id="{281D9204-5CB0-44D1-B01F-5FFF6BDB28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91" name="Freeform 35">
              <a:extLst>
                <a:ext uri="{FF2B5EF4-FFF2-40B4-BE49-F238E27FC236}">
                  <a16:creationId xmlns:a16="http://schemas.microsoft.com/office/drawing/2014/main" id="{4DD213C5-5C2A-403A-AAEF-E495E64AE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92" name="Freeform 36">
              <a:extLst>
                <a:ext uri="{FF2B5EF4-FFF2-40B4-BE49-F238E27FC236}">
                  <a16:creationId xmlns:a16="http://schemas.microsoft.com/office/drawing/2014/main" id="{3D07FF46-5E32-4BEE-B85D-107AD341D4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93" name="Freeform 37">
              <a:extLst>
                <a:ext uri="{FF2B5EF4-FFF2-40B4-BE49-F238E27FC236}">
                  <a16:creationId xmlns:a16="http://schemas.microsoft.com/office/drawing/2014/main" id="{4E5AE900-6815-4A65-9A96-CA280B3A8D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94" name="Freeform 38">
              <a:extLst>
                <a:ext uri="{FF2B5EF4-FFF2-40B4-BE49-F238E27FC236}">
                  <a16:creationId xmlns:a16="http://schemas.microsoft.com/office/drawing/2014/main" id="{45EA57FC-ADA4-45DD-98E7-B0615C5306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96" name="Rectangle 95">
            <a:extLst>
              <a:ext uri="{FF2B5EF4-FFF2-40B4-BE49-F238E27FC236}">
                <a16:creationId xmlns:a16="http://schemas.microsoft.com/office/drawing/2014/main" id="{9FFA7C60-EEB5-45DC-B964-20A76F776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8" name="Freeform 11">
            <a:extLst>
              <a:ext uri="{FF2B5EF4-FFF2-40B4-BE49-F238E27FC236}">
                <a16:creationId xmlns:a16="http://schemas.microsoft.com/office/drawing/2014/main" id="{7D84F46B-82DB-461C-88AC-F6C66B593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00" name="Freeform 11">
            <a:extLst>
              <a:ext uri="{FF2B5EF4-FFF2-40B4-BE49-F238E27FC236}">
                <a16:creationId xmlns:a16="http://schemas.microsoft.com/office/drawing/2014/main" id="{7E1C44A2-4B37-4B14-B90B-368A88D05E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pic>
        <p:nvPicPr>
          <p:cNvPr id="7" name="Picture 6">
            <a:extLst>
              <a:ext uri="{FF2B5EF4-FFF2-40B4-BE49-F238E27FC236}">
                <a16:creationId xmlns:a16="http://schemas.microsoft.com/office/drawing/2014/main" id="{322B2A04-5EC7-73C9-3C87-3A7EEF1B93E6}"/>
              </a:ext>
            </a:extLst>
          </p:cNvPr>
          <p:cNvPicPr>
            <a:picLocks noChangeAspect="1"/>
          </p:cNvPicPr>
          <p:nvPr/>
        </p:nvPicPr>
        <p:blipFill>
          <a:blip r:embed="rId3">
            <a:extLst>
              <a:ext uri="{28A0092B-C50C-407E-A947-70E740481C1C}">
                <a14:useLocalDpi xmlns:a14="http://schemas.microsoft.com/office/drawing/2010/main" val="0"/>
              </a:ext>
            </a:extLst>
          </a:blip>
          <a:srcRect r="1586" b="-11"/>
          <a:stretch/>
        </p:blipFill>
        <p:spPr>
          <a:xfrm>
            <a:off x="2589211" y="643467"/>
            <a:ext cx="8951825" cy="5571066"/>
          </a:xfrm>
          <a:prstGeom prst="rect">
            <a:avLst/>
          </a:prstGeom>
        </p:spPr>
      </p:pic>
    </p:spTree>
    <p:extLst>
      <p:ext uri="{BB962C8B-B14F-4D97-AF65-F5344CB8AC3E}">
        <p14:creationId xmlns:p14="http://schemas.microsoft.com/office/powerpoint/2010/main" val="2001201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7"/>
                                        </p:tgtEl>
                                        <p:attrNameLst>
                                          <p:attrName>ppt_x</p:attrName>
                                        </p:attrNameLst>
                                      </p:cBhvr>
                                      <p:tavLst>
                                        <p:tav tm="0">
                                          <p:val>
                                            <p:strVal val="ppt_x"/>
                                          </p:val>
                                        </p:tav>
                                        <p:tav tm="100000">
                                          <p:val>
                                            <p:strVal val="ppt_x"/>
                                          </p:val>
                                        </p:tav>
                                      </p:tavLst>
                                    </p:anim>
                                    <p:anim calcmode="lin" valueType="num">
                                      <p:cBhvr additive="base">
                                        <p:cTn id="7" dur="500"/>
                                        <p:tgtEl>
                                          <p:spTgt spid="7"/>
                                        </p:tgtEl>
                                        <p:attrNameLst>
                                          <p:attrName>ppt_y</p:attrName>
                                        </p:attrNameLst>
                                      </p:cBhvr>
                                      <p:tavLst>
                                        <p:tav tm="0">
                                          <p:val>
                                            <p:strVal val="ppt_y"/>
                                          </p:val>
                                        </p:tav>
                                        <p:tav tm="100000">
                                          <p:val>
                                            <p:strVal val="1+ppt_h/2"/>
                                          </p:val>
                                        </p:tav>
                                      </p:tavLst>
                                    </p:anim>
                                    <p:set>
                                      <p:cBhvr>
                                        <p:cTn id="8"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C5F59-68B5-F44D-FCF8-73506F21834C}"/>
              </a:ext>
            </a:extLst>
          </p:cNvPr>
          <p:cNvSpPr>
            <a:spLocks noGrp="1"/>
          </p:cNvSpPr>
          <p:nvPr>
            <p:ph type="title"/>
          </p:nvPr>
        </p:nvSpPr>
        <p:spPr>
          <a:xfrm>
            <a:off x="1818722" y="567179"/>
            <a:ext cx="9603275" cy="1049235"/>
          </a:xfrm>
        </p:spPr>
        <p:txBody>
          <a:bodyPr/>
          <a:lstStyle/>
          <a:p>
            <a:r>
              <a:rPr lang="zh-CN" altLang="en-US" dirty="0"/>
              <a:t>当你尝试从源码编译</a:t>
            </a:r>
            <a:r>
              <a:rPr lang="en-US" altLang="zh-CN" dirty="0"/>
              <a:t>KiCad</a:t>
            </a:r>
            <a:endParaRPr lang="en-US" dirty="0"/>
          </a:p>
        </p:txBody>
      </p:sp>
      <p:pic>
        <p:nvPicPr>
          <p:cNvPr id="10" name="Picture 9">
            <a:extLst>
              <a:ext uri="{FF2B5EF4-FFF2-40B4-BE49-F238E27FC236}">
                <a16:creationId xmlns:a16="http://schemas.microsoft.com/office/drawing/2014/main" id="{0CE51DFF-FC37-2EC5-B916-A6FE60FEF2AA}"/>
              </a:ext>
            </a:extLst>
          </p:cNvPr>
          <p:cNvPicPr>
            <a:picLocks noChangeAspect="1"/>
          </p:cNvPicPr>
          <p:nvPr/>
        </p:nvPicPr>
        <p:blipFill>
          <a:blip r:embed="rId2"/>
          <a:stretch>
            <a:fillRect/>
          </a:stretch>
        </p:blipFill>
        <p:spPr>
          <a:xfrm>
            <a:off x="770003" y="1186562"/>
            <a:ext cx="8070403" cy="5206896"/>
          </a:xfrm>
          <a:prstGeom prst="rect">
            <a:avLst/>
          </a:prstGeom>
        </p:spPr>
      </p:pic>
      <p:pic>
        <p:nvPicPr>
          <p:cNvPr id="8" name="Picture 7">
            <a:extLst>
              <a:ext uri="{FF2B5EF4-FFF2-40B4-BE49-F238E27FC236}">
                <a16:creationId xmlns:a16="http://schemas.microsoft.com/office/drawing/2014/main" id="{1539FF96-358F-68DE-8716-F1B8CCECBE76}"/>
              </a:ext>
            </a:extLst>
          </p:cNvPr>
          <p:cNvPicPr>
            <a:picLocks noChangeAspect="1"/>
          </p:cNvPicPr>
          <p:nvPr/>
        </p:nvPicPr>
        <p:blipFill>
          <a:blip r:embed="rId3"/>
          <a:stretch>
            <a:fillRect/>
          </a:stretch>
        </p:blipFill>
        <p:spPr>
          <a:xfrm>
            <a:off x="1886705" y="3902678"/>
            <a:ext cx="10258425" cy="3009900"/>
          </a:xfrm>
          <a:prstGeom prst="rect">
            <a:avLst/>
          </a:prstGeom>
        </p:spPr>
      </p:pic>
      <p:pic>
        <p:nvPicPr>
          <p:cNvPr id="6" name="Picture 5">
            <a:extLst>
              <a:ext uri="{FF2B5EF4-FFF2-40B4-BE49-F238E27FC236}">
                <a16:creationId xmlns:a16="http://schemas.microsoft.com/office/drawing/2014/main" id="{B5C940F7-15EC-A3D0-E86D-6AA545B39552}"/>
              </a:ext>
            </a:extLst>
          </p:cNvPr>
          <p:cNvPicPr>
            <a:picLocks noChangeAspect="1"/>
          </p:cNvPicPr>
          <p:nvPr/>
        </p:nvPicPr>
        <p:blipFill>
          <a:blip r:embed="rId4"/>
          <a:stretch>
            <a:fillRect/>
          </a:stretch>
        </p:blipFill>
        <p:spPr>
          <a:xfrm>
            <a:off x="149073" y="1372879"/>
            <a:ext cx="10516514" cy="2499827"/>
          </a:xfrm>
          <a:prstGeom prst="rect">
            <a:avLst/>
          </a:prstGeom>
        </p:spPr>
      </p:pic>
      <p:pic>
        <p:nvPicPr>
          <p:cNvPr id="4" name="Picture 3">
            <a:extLst>
              <a:ext uri="{FF2B5EF4-FFF2-40B4-BE49-F238E27FC236}">
                <a16:creationId xmlns:a16="http://schemas.microsoft.com/office/drawing/2014/main" id="{0AA2BEB9-28F4-AC04-DC35-E14095F99BC0}"/>
              </a:ext>
            </a:extLst>
          </p:cNvPr>
          <p:cNvPicPr>
            <a:picLocks noChangeAspect="1"/>
          </p:cNvPicPr>
          <p:nvPr/>
        </p:nvPicPr>
        <p:blipFill>
          <a:blip r:embed="rId5"/>
          <a:stretch>
            <a:fillRect/>
          </a:stretch>
        </p:blipFill>
        <p:spPr>
          <a:xfrm>
            <a:off x="5787175" y="1261216"/>
            <a:ext cx="6106462" cy="2723152"/>
          </a:xfrm>
          <a:prstGeom prst="rect">
            <a:avLst/>
          </a:prstGeom>
        </p:spPr>
      </p:pic>
    </p:spTree>
    <p:extLst>
      <p:ext uri="{BB962C8B-B14F-4D97-AF65-F5344CB8AC3E}">
        <p14:creationId xmlns:p14="http://schemas.microsoft.com/office/powerpoint/2010/main" val="3429530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843CD-06D2-69FE-3C30-1CB51743DA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613255-C93A-1539-26C6-8A99E733E056}"/>
              </a:ext>
            </a:extLst>
          </p:cNvPr>
          <p:cNvSpPr>
            <a:spLocks noGrp="1"/>
          </p:cNvSpPr>
          <p:nvPr>
            <p:ph type="title"/>
          </p:nvPr>
        </p:nvSpPr>
        <p:spPr>
          <a:xfrm>
            <a:off x="4880665" y="3249969"/>
            <a:ext cx="1859730" cy="514350"/>
          </a:xfrm>
        </p:spPr>
        <p:txBody>
          <a:bodyPr>
            <a:normAutofit fontScale="90000"/>
          </a:bodyPr>
          <a:lstStyle/>
          <a:p>
            <a:r>
              <a:rPr lang="zh-CN" altLang="en-US" dirty="0"/>
              <a:t>准备工作</a:t>
            </a:r>
            <a:endParaRPr lang="en-US" dirty="0"/>
          </a:p>
        </p:txBody>
      </p:sp>
      <p:sp>
        <p:nvSpPr>
          <p:cNvPr id="9" name="AutoShape 2" descr="18,062,400+ Prepared Stock Photos, Pictures &amp; Royalty-Free Images ...">
            <a:extLst>
              <a:ext uri="{FF2B5EF4-FFF2-40B4-BE49-F238E27FC236}">
                <a16:creationId xmlns:a16="http://schemas.microsoft.com/office/drawing/2014/main" id="{03199729-8187-B21F-53FC-1FE2089F0CC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54411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97604-72E0-F136-CC4A-92D800C8F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671FF-3C7D-9B7B-78FD-FA799D7236CE}"/>
              </a:ext>
            </a:extLst>
          </p:cNvPr>
          <p:cNvSpPr>
            <a:spLocks noGrp="1"/>
          </p:cNvSpPr>
          <p:nvPr>
            <p:ph type="title"/>
          </p:nvPr>
        </p:nvSpPr>
        <p:spPr>
          <a:xfrm>
            <a:off x="2592925" y="624110"/>
            <a:ext cx="8921051" cy="747490"/>
          </a:xfrm>
        </p:spPr>
        <p:txBody>
          <a:bodyPr/>
          <a:lstStyle/>
          <a:p>
            <a:r>
              <a:rPr lang="zh-CN" altLang="en-US" dirty="0"/>
              <a:t>硬件配置</a:t>
            </a:r>
            <a:endParaRPr lang="en-US" dirty="0"/>
          </a:p>
        </p:txBody>
      </p:sp>
      <p:graphicFrame>
        <p:nvGraphicFramePr>
          <p:cNvPr id="8" name="Table 7">
            <a:extLst>
              <a:ext uri="{FF2B5EF4-FFF2-40B4-BE49-F238E27FC236}">
                <a16:creationId xmlns:a16="http://schemas.microsoft.com/office/drawing/2014/main" id="{365A347D-83F9-737C-857D-5ED4DC3781D6}"/>
              </a:ext>
            </a:extLst>
          </p:cNvPr>
          <p:cNvGraphicFramePr>
            <a:graphicFrameLocks noGrp="1"/>
          </p:cNvGraphicFramePr>
          <p:nvPr>
            <p:extLst>
              <p:ext uri="{D42A27DB-BD31-4B8C-83A1-F6EECF244321}">
                <p14:modId xmlns:p14="http://schemas.microsoft.com/office/powerpoint/2010/main" val="1764278479"/>
              </p:ext>
            </p:extLst>
          </p:nvPr>
        </p:nvGraphicFramePr>
        <p:xfrm>
          <a:off x="2592925" y="2329328"/>
          <a:ext cx="3446121" cy="856812"/>
        </p:xfrm>
        <a:graphic>
          <a:graphicData uri="http://schemas.openxmlformats.org/drawingml/2006/table">
            <a:tbl>
              <a:tblPr>
                <a:tableStyleId>{5C22544A-7EE6-4342-B048-85BDC9FD1C3A}</a:tableStyleId>
              </a:tblPr>
              <a:tblGrid>
                <a:gridCol w="2122969">
                  <a:extLst>
                    <a:ext uri="{9D8B030D-6E8A-4147-A177-3AD203B41FA5}">
                      <a16:colId xmlns:a16="http://schemas.microsoft.com/office/drawing/2014/main" val="1838498097"/>
                    </a:ext>
                  </a:extLst>
                </a:gridCol>
                <a:gridCol w="543085">
                  <a:extLst>
                    <a:ext uri="{9D8B030D-6E8A-4147-A177-3AD203B41FA5}">
                      <a16:colId xmlns:a16="http://schemas.microsoft.com/office/drawing/2014/main" val="2285693009"/>
                    </a:ext>
                  </a:extLst>
                </a:gridCol>
                <a:gridCol w="780067">
                  <a:extLst>
                    <a:ext uri="{9D8B030D-6E8A-4147-A177-3AD203B41FA5}">
                      <a16:colId xmlns:a16="http://schemas.microsoft.com/office/drawing/2014/main" val="3680942183"/>
                    </a:ext>
                  </a:extLst>
                </a:gridCol>
              </a:tblGrid>
              <a:tr h="479736">
                <a:tc>
                  <a:txBody>
                    <a:bodyPr/>
                    <a:lstStyle/>
                    <a:p>
                      <a:pPr algn="l" fontAlgn="b"/>
                      <a:r>
                        <a:rPr lang="zh-CN" altLang="en-US" sz="1600" u="none" strike="noStrike">
                          <a:effectLst/>
                        </a:rPr>
                        <a:t>处理器</a:t>
                      </a:r>
                      <a:endParaRPr lang="zh-CN" altLang="en-US" sz="1600" b="0" i="0" u="none" strike="noStrike">
                        <a:solidFill>
                          <a:srgbClr val="000000"/>
                        </a:solidFill>
                        <a:effectLst/>
                        <a:latin typeface="Calibri" panose="020F0502020204030204" pitchFamily="34" charset="0"/>
                      </a:endParaRPr>
                    </a:p>
                  </a:txBody>
                  <a:tcPr marL="5788" marR="5788" marT="5788" marB="0" anchor="b"/>
                </a:tc>
                <a:tc>
                  <a:txBody>
                    <a:bodyPr/>
                    <a:lstStyle/>
                    <a:p>
                      <a:pPr algn="l" fontAlgn="b"/>
                      <a:r>
                        <a:rPr lang="zh-CN" altLang="en-US" sz="1600" u="none" strike="noStrike" dirty="0">
                          <a:effectLst/>
                        </a:rPr>
                        <a:t>内存</a:t>
                      </a:r>
                      <a:endParaRPr lang="zh-CN" altLang="en-US" sz="1600" b="0" i="0" u="none" strike="noStrike" dirty="0">
                        <a:solidFill>
                          <a:srgbClr val="000000"/>
                        </a:solidFill>
                        <a:effectLst/>
                        <a:latin typeface="Calibri" panose="020F0502020204030204" pitchFamily="34" charset="0"/>
                      </a:endParaRPr>
                    </a:p>
                  </a:txBody>
                  <a:tcPr marL="5788" marR="5788" marT="5788" marB="0" anchor="b"/>
                </a:tc>
                <a:tc>
                  <a:txBody>
                    <a:bodyPr/>
                    <a:lstStyle/>
                    <a:p>
                      <a:pPr algn="l" fontAlgn="b"/>
                      <a:r>
                        <a:rPr lang="zh-CN" altLang="en-US" sz="1600" u="none" strike="noStrike">
                          <a:effectLst/>
                        </a:rPr>
                        <a:t>硬盘空间</a:t>
                      </a:r>
                      <a:endParaRPr lang="zh-CN" altLang="en-US" sz="1600" b="0" i="0" u="none" strike="noStrike">
                        <a:solidFill>
                          <a:srgbClr val="000000"/>
                        </a:solidFill>
                        <a:effectLst/>
                        <a:latin typeface="Calibri" panose="020F0502020204030204" pitchFamily="34" charset="0"/>
                      </a:endParaRPr>
                    </a:p>
                  </a:txBody>
                  <a:tcPr marL="5788" marR="5788" marT="5788" marB="0" anchor="b"/>
                </a:tc>
                <a:extLst>
                  <a:ext uri="{0D108BD9-81ED-4DB2-BD59-A6C34878D82A}">
                    <a16:rowId xmlns:a16="http://schemas.microsoft.com/office/drawing/2014/main" val="4276962279"/>
                  </a:ext>
                </a:extLst>
              </a:tr>
              <a:tr h="363344">
                <a:tc>
                  <a:txBody>
                    <a:bodyPr/>
                    <a:lstStyle/>
                    <a:p>
                      <a:pPr algn="l" fontAlgn="b"/>
                      <a:r>
                        <a:rPr lang="en-US" sz="1600" u="none" strike="noStrike" dirty="0">
                          <a:effectLst/>
                        </a:rPr>
                        <a:t>Intel/AMD 64 bit</a:t>
                      </a:r>
                      <a:endParaRPr lang="en-US" sz="1600" b="0" i="0" u="none" strike="noStrike" dirty="0">
                        <a:solidFill>
                          <a:srgbClr val="000000"/>
                        </a:solidFill>
                        <a:effectLst/>
                        <a:latin typeface="Calibri" panose="020F0502020204030204" pitchFamily="34" charset="0"/>
                      </a:endParaRPr>
                    </a:p>
                  </a:txBody>
                  <a:tcPr marL="5788" marR="5788" marT="5788" marB="0" anchor="b"/>
                </a:tc>
                <a:tc>
                  <a:txBody>
                    <a:bodyPr/>
                    <a:lstStyle/>
                    <a:p>
                      <a:pPr algn="l" fontAlgn="b"/>
                      <a:r>
                        <a:rPr lang="en-US" sz="1600" u="none" strike="noStrike">
                          <a:effectLst/>
                        </a:rPr>
                        <a:t>16GB</a:t>
                      </a:r>
                      <a:endParaRPr lang="en-US" sz="1600" b="0" i="0" u="none" strike="noStrike">
                        <a:solidFill>
                          <a:srgbClr val="000000"/>
                        </a:solidFill>
                        <a:effectLst/>
                        <a:latin typeface="Calibri" panose="020F0502020204030204" pitchFamily="34" charset="0"/>
                      </a:endParaRPr>
                    </a:p>
                  </a:txBody>
                  <a:tcPr marL="5788" marR="5788" marT="5788" marB="0" anchor="b"/>
                </a:tc>
                <a:tc>
                  <a:txBody>
                    <a:bodyPr/>
                    <a:lstStyle/>
                    <a:p>
                      <a:pPr algn="l" fontAlgn="b"/>
                      <a:r>
                        <a:rPr lang="en-US" sz="1600" u="none" strike="noStrike" dirty="0">
                          <a:effectLst/>
                        </a:rPr>
                        <a:t>120GB</a:t>
                      </a:r>
                      <a:endParaRPr lang="en-US" sz="1600" b="0" i="0" u="none" strike="noStrike" dirty="0">
                        <a:solidFill>
                          <a:srgbClr val="000000"/>
                        </a:solidFill>
                        <a:effectLst/>
                        <a:latin typeface="Calibri" panose="020F0502020204030204" pitchFamily="34" charset="0"/>
                      </a:endParaRPr>
                    </a:p>
                  </a:txBody>
                  <a:tcPr marL="5788" marR="5788" marT="5788" marB="0" anchor="b"/>
                </a:tc>
                <a:extLst>
                  <a:ext uri="{0D108BD9-81ED-4DB2-BD59-A6C34878D82A}">
                    <a16:rowId xmlns:a16="http://schemas.microsoft.com/office/drawing/2014/main" val="170916720"/>
                  </a:ext>
                </a:extLst>
              </a:tr>
            </a:tbl>
          </a:graphicData>
        </a:graphic>
      </p:graphicFrame>
      <p:graphicFrame>
        <p:nvGraphicFramePr>
          <p:cNvPr id="9" name="Table 8">
            <a:extLst>
              <a:ext uri="{FF2B5EF4-FFF2-40B4-BE49-F238E27FC236}">
                <a16:creationId xmlns:a16="http://schemas.microsoft.com/office/drawing/2014/main" id="{3E91A891-8B73-E850-6C75-375A32AF76C9}"/>
              </a:ext>
            </a:extLst>
          </p:cNvPr>
          <p:cNvGraphicFramePr>
            <a:graphicFrameLocks noGrp="1"/>
          </p:cNvGraphicFramePr>
          <p:nvPr>
            <p:extLst>
              <p:ext uri="{D42A27DB-BD31-4B8C-83A1-F6EECF244321}">
                <p14:modId xmlns:p14="http://schemas.microsoft.com/office/powerpoint/2010/main" val="670212496"/>
              </p:ext>
            </p:extLst>
          </p:nvPr>
        </p:nvGraphicFramePr>
        <p:xfrm>
          <a:off x="7560096" y="2343060"/>
          <a:ext cx="4331474" cy="843080"/>
        </p:xfrm>
        <a:graphic>
          <a:graphicData uri="http://schemas.openxmlformats.org/drawingml/2006/table">
            <a:tbl>
              <a:tblPr>
                <a:tableStyleId>{5C22544A-7EE6-4342-B048-85BDC9FD1C3A}</a:tableStyleId>
              </a:tblPr>
              <a:tblGrid>
                <a:gridCol w="2668385">
                  <a:extLst>
                    <a:ext uri="{9D8B030D-6E8A-4147-A177-3AD203B41FA5}">
                      <a16:colId xmlns:a16="http://schemas.microsoft.com/office/drawing/2014/main" val="313658003"/>
                    </a:ext>
                  </a:extLst>
                </a:gridCol>
                <a:gridCol w="682611">
                  <a:extLst>
                    <a:ext uri="{9D8B030D-6E8A-4147-A177-3AD203B41FA5}">
                      <a16:colId xmlns:a16="http://schemas.microsoft.com/office/drawing/2014/main" val="1490321955"/>
                    </a:ext>
                  </a:extLst>
                </a:gridCol>
                <a:gridCol w="980478">
                  <a:extLst>
                    <a:ext uri="{9D8B030D-6E8A-4147-A177-3AD203B41FA5}">
                      <a16:colId xmlns:a16="http://schemas.microsoft.com/office/drawing/2014/main" val="207867176"/>
                    </a:ext>
                  </a:extLst>
                </a:gridCol>
              </a:tblGrid>
              <a:tr h="349612">
                <a:tc>
                  <a:txBody>
                    <a:bodyPr/>
                    <a:lstStyle/>
                    <a:p>
                      <a:pPr algn="l" fontAlgn="b"/>
                      <a:r>
                        <a:rPr lang="zh-CN" altLang="en-US" sz="1600" u="none" strike="noStrike" dirty="0">
                          <a:effectLst/>
                        </a:rPr>
                        <a:t>处理器</a:t>
                      </a:r>
                      <a:endParaRPr lang="zh-CN" altLang="en-US" sz="1600" b="0" i="0" u="none" strike="noStrike" dirty="0">
                        <a:solidFill>
                          <a:srgbClr val="000000"/>
                        </a:solidFill>
                        <a:effectLst/>
                        <a:latin typeface="Calibri" panose="020F0502020204030204" pitchFamily="34" charset="0"/>
                      </a:endParaRPr>
                    </a:p>
                  </a:txBody>
                  <a:tcPr marL="5788" marR="5788" marT="5788" marB="0" anchor="b"/>
                </a:tc>
                <a:tc>
                  <a:txBody>
                    <a:bodyPr/>
                    <a:lstStyle/>
                    <a:p>
                      <a:pPr algn="l" fontAlgn="b"/>
                      <a:r>
                        <a:rPr lang="zh-CN" altLang="en-US" sz="1600" u="none" strike="noStrike">
                          <a:effectLst/>
                        </a:rPr>
                        <a:t>内存</a:t>
                      </a:r>
                      <a:endParaRPr lang="zh-CN" altLang="en-US" sz="1600" b="0" i="0" u="none" strike="noStrike">
                        <a:solidFill>
                          <a:srgbClr val="000000"/>
                        </a:solidFill>
                        <a:effectLst/>
                        <a:latin typeface="Calibri" panose="020F0502020204030204" pitchFamily="34" charset="0"/>
                      </a:endParaRPr>
                    </a:p>
                  </a:txBody>
                  <a:tcPr marL="5788" marR="5788" marT="5788" marB="0" anchor="b"/>
                </a:tc>
                <a:tc>
                  <a:txBody>
                    <a:bodyPr/>
                    <a:lstStyle/>
                    <a:p>
                      <a:pPr algn="l" fontAlgn="b"/>
                      <a:r>
                        <a:rPr lang="zh-CN" altLang="en-US" sz="1600" u="none" strike="noStrike">
                          <a:effectLst/>
                        </a:rPr>
                        <a:t>硬盘空间</a:t>
                      </a:r>
                      <a:endParaRPr lang="zh-CN" altLang="en-US" sz="1600" b="0" i="0" u="none" strike="noStrike">
                        <a:solidFill>
                          <a:srgbClr val="000000"/>
                        </a:solidFill>
                        <a:effectLst/>
                        <a:latin typeface="Calibri" panose="020F0502020204030204" pitchFamily="34" charset="0"/>
                      </a:endParaRPr>
                    </a:p>
                  </a:txBody>
                  <a:tcPr marL="5788" marR="5788" marT="5788" marB="0" anchor="b"/>
                </a:tc>
                <a:extLst>
                  <a:ext uri="{0D108BD9-81ED-4DB2-BD59-A6C34878D82A}">
                    <a16:rowId xmlns:a16="http://schemas.microsoft.com/office/drawing/2014/main" val="3383826554"/>
                  </a:ext>
                </a:extLst>
              </a:tr>
              <a:tr h="397878">
                <a:tc>
                  <a:txBody>
                    <a:bodyPr/>
                    <a:lstStyle/>
                    <a:p>
                      <a:pPr algn="l" fontAlgn="b"/>
                      <a:r>
                        <a:rPr lang="pt-BR" sz="1600" u="none" strike="noStrike" dirty="0">
                          <a:effectLst/>
                        </a:rPr>
                        <a:t>Intel(R) Xeon(R) Platinum 8575C   2.80 GHz</a:t>
                      </a:r>
                      <a:endParaRPr lang="pt-BR" sz="1600" b="0" i="0" u="none" strike="noStrike" dirty="0">
                        <a:solidFill>
                          <a:srgbClr val="000000"/>
                        </a:solidFill>
                        <a:effectLst/>
                        <a:latin typeface="Calibri" panose="020F0502020204030204" pitchFamily="34" charset="0"/>
                      </a:endParaRPr>
                    </a:p>
                  </a:txBody>
                  <a:tcPr marL="5788" marR="5788" marT="5788" marB="0" anchor="b"/>
                </a:tc>
                <a:tc>
                  <a:txBody>
                    <a:bodyPr/>
                    <a:lstStyle/>
                    <a:p>
                      <a:pPr algn="l" fontAlgn="b"/>
                      <a:r>
                        <a:rPr lang="en-US" sz="1600" u="none" strike="noStrike">
                          <a:effectLst/>
                        </a:rPr>
                        <a:t>32GB</a:t>
                      </a:r>
                      <a:endParaRPr lang="en-US" sz="1600" b="0" i="0" u="none" strike="noStrike">
                        <a:solidFill>
                          <a:srgbClr val="000000"/>
                        </a:solidFill>
                        <a:effectLst/>
                        <a:latin typeface="Calibri" panose="020F0502020204030204" pitchFamily="34" charset="0"/>
                      </a:endParaRPr>
                    </a:p>
                  </a:txBody>
                  <a:tcPr marL="5788" marR="5788" marT="5788" marB="0" anchor="b"/>
                </a:tc>
                <a:tc>
                  <a:txBody>
                    <a:bodyPr/>
                    <a:lstStyle/>
                    <a:p>
                      <a:pPr algn="l" fontAlgn="b"/>
                      <a:r>
                        <a:rPr lang="en-US" sz="1600" u="none" strike="noStrike" dirty="0">
                          <a:effectLst/>
                        </a:rPr>
                        <a:t>200GB</a:t>
                      </a:r>
                      <a:endParaRPr lang="en-US" sz="1600" b="0" i="0" u="none" strike="noStrike" dirty="0">
                        <a:solidFill>
                          <a:srgbClr val="000000"/>
                        </a:solidFill>
                        <a:effectLst/>
                        <a:latin typeface="Calibri" panose="020F0502020204030204" pitchFamily="34" charset="0"/>
                      </a:endParaRPr>
                    </a:p>
                  </a:txBody>
                  <a:tcPr marL="5788" marR="5788" marT="5788" marB="0" anchor="b"/>
                </a:tc>
                <a:extLst>
                  <a:ext uri="{0D108BD9-81ED-4DB2-BD59-A6C34878D82A}">
                    <a16:rowId xmlns:a16="http://schemas.microsoft.com/office/drawing/2014/main" val="402474602"/>
                  </a:ext>
                </a:extLst>
              </a:tr>
            </a:tbl>
          </a:graphicData>
        </a:graphic>
      </p:graphicFrame>
      <p:sp>
        <p:nvSpPr>
          <p:cNvPr id="10" name="TextBox 9">
            <a:extLst>
              <a:ext uri="{FF2B5EF4-FFF2-40B4-BE49-F238E27FC236}">
                <a16:creationId xmlns:a16="http://schemas.microsoft.com/office/drawing/2014/main" id="{2530522C-C5F4-53BC-F5FD-8C8A800547E4}"/>
              </a:ext>
            </a:extLst>
          </p:cNvPr>
          <p:cNvSpPr txBox="1"/>
          <p:nvPr/>
        </p:nvSpPr>
        <p:spPr>
          <a:xfrm>
            <a:off x="2592925" y="4665829"/>
            <a:ext cx="4040156" cy="369332"/>
          </a:xfrm>
          <a:prstGeom prst="rect">
            <a:avLst/>
          </a:prstGeom>
          <a:noFill/>
        </p:spPr>
        <p:txBody>
          <a:bodyPr wrap="square" rtlCol="0">
            <a:spAutoFit/>
          </a:bodyPr>
          <a:lstStyle/>
          <a:p>
            <a:r>
              <a:rPr lang="zh-CN" altLang="en-US" dirty="0"/>
              <a:t>最小配置</a:t>
            </a:r>
            <a:endParaRPr lang="en-US" dirty="0"/>
          </a:p>
        </p:txBody>
      </p:sp>
      <p:sp>
        <p:nvSpPr>
          <p:cNvPr id="11" name="TextBox 10">
            <a:extLst>
              <a:ext uri="{FF2B5EF4-FFF2-40B4-BE49-F238E27FC236}">
                <a16:creationId xmlns:a16="http://schemas.microsoft.com/office/drawing/2014/main" id="{10432B8D-6C98-2187-2D59-BBA0EB803683}"/>
              </a:ext>
            </a:extLst>
          </p:cNvPr>
          <p:cNvSpPr txBox="1"/>
          <p:nvPr/>
        </p:nvSpPr>
        <p:spPr>
          <a:xfrm>
            <a:off x="7560096" y="4665829"/>
            <a:ext cx="4040156" cy="369332"/>
          </a:xfrm>
          <a:prstGeom prst="rect">
            <a:avLst/>
          </a:prstGeom>
          <a:noFill/>
        </p:spPr>
        <p:txBody>
          <a:bodyPr wrap="square" rtlCol="0">
            <a:spAutoFit/>
          </a:bodyPr>
          <a:lstStyle/>
          <a:p>
            <a:r>
              <a:rPr lang="zh-CN" altLang="en-US" dirty="0"/>
              <a:t>推荐配置：从头编译</a:t>
            </a:r>
            <a:r>
              <a:rPr lang="en-US" altLang="zh-CN" dirty="0"/>
              <a:t>KiCad</a:t>
            </a:r>
            <a:r>
              <a:rPr lang="zh-CN" altLang="en-US" dirty="0"/>
              <a:t>耗时</a:t>
            </a:r>
            <a:r>
              <a:rPr lang="en-US" altLang="zh-CN" dirty="0"/>
              <a:t>2</a:t>
            </a:r>
            <a:r>
              <a:rPr lang="zh-CN" altLang="en-US" dirty="0"/>
              <a:t>小时</a:t>
            </a:r>
            <a:endParaRPr lang="en-US" dirty="0"/>
          </a:p>
        </p:txBody>
      </p:sp>
    </p:spTree>
    <p:extLst>
      <p:ext uri="{BB962C8B-B14F-4D97-AF65-F5344CB8AC3E}">
        <p14:creationId xmlns:p14="http://schemas.microsoft.com/office/powerpoint/2010/main" val="3584797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63AF6-7213-D365-6E85-C421EBBBC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C122E-1950-983B-540C-6B2C89B5DD24}"/>
              </a:ext>
            </a:extLst>
          </p:cNvPr>
          <p:cNvSpPr>
            <a:spLocks noGrp="1"/>
          </p:cNvSpPr>
          <p:nvPr>
            <p:ph type="title"/>
          </p:nvPr>
        </p:nvSpPr>
        <p:spPr/>
        <p:txBody>
          <a:bodyPr/>
          <a:lstStyle/>
          <a:p>
            <a:r>
              <a:rPr lang="zh-CN" altLang="en-US" dirty="0"/>
              <a:t>操作系统配置</a:t>
            </a:r>
            <a:endParaRPr lang="en-US" dirty="0"/>
          </a:p>
        </p:txBody>
      </p:sp>
      <p:pic>
        <p:nvPicPr>
          <p:cNvPr id="7" name="Picture 6">
            <a:extLst>
              <a:ext uri="{FF2B5EF4-FFF2-40B4-BE49-F238E27FC236}">
                <a16:creationId xmlns:a16="http://schemas.microsoft.com/office/drawing/2014/main" id="{FD8A103A-6E7A-FDDF-ED73-D7BF0601107A}"/>
              </a:ext>
            </a:extLst>
          </p:cNvPr>
          <p:cNvPicPr>
            <a:picLocks noChangeAspect="1"/>
          </p:cNvPicPr>
          <p:nvPr/>
        </p:nvPicPr>
        <p:blipFill>
          <a:blip r:embed="rId2"/>
          <a:stretch>
            <a:fillRect/>
          </a:stretch>
        </p:blipFill>
        <p:spPr>
          <a:xfrm>
            <a:off x="7270412" y="1658078"/>
            <a:ext cx="4719528" cy="2854102"/>
          </a:xfrm>
          <a:prstGeom prst="rect">
            <a:avLst/>
          </a:prstGeom>
        </p:spPr>
      </p:pic>
      <p:graphicFrame>
        <p:nvGraphicFramePr>
          <p:cNvPr id="10" name="Table 9">
            <a:extLst>
              <a:ext uri="{FF2B5EF4-FFF2-40B4-BE49-F238E27FC236}">
                <a16:creationId xmlns:a16="http://schemas.microsoft.com/office/drawing/2014/main" id="{A7C18EBC-2059-FA1C-99AF-5E43B60DE9B0}"/>
              </a:ext>
            </a:extLst>
          </p:cNvPr>
          <p:cNvGraphicFramePr>
            <a:graphicFrameLocks noGrp="1"/>
          </p:cNvGraphicFramePr>
          <p:nvPr>
            <p:extLst>
              <p:ext uri="{D42A27DB-BD31-4B8C-83A1-F6EECF244321}">
                <p14:modId xmlns:p14="http://schemas.microsoft.com/office/powerpoint/2010/main" val="1644198006"/>
              </p:ext>
            </p:extLst>
          </p:nvPr>
        </p:nvGraphicFramePr>
        <p:xfrm>
          <a:off x="2592925" y="1658077"/>
          <a:ext cx="4354806" cy="3025017"/>
        </p:xfrm>
        <a:graphic>
          <a:graphicData uri="http://schemas.openxmlformats.org/drawingml/2006/table">
            <a:tbl>
              <a:tblPr>
                <a:tableStyleId>{5C22544A-7EE6-4342-B048-85BDC9FD1C3A}</a:tableStyleId>
              </a:tblPr>
              <a:tblGrid>
                <a:gridCol w="1772322">
                  <a:extLst>
                    <a:ext uri="{9D8B030D-6E8A-4147-A177-3AD203B41FA5}">
                      <a16:colId xmlns:a16="http://schemas.microsoft.com/office/drawing/2014/main" val="711077449"/>
                    </a:ext>
                  </a:extLst>
                </a:gridCol>
                <a:gridCol w="2582484">
                  <a:extLst>
                    <a:ext uri="{9D8B030D-6E8A-4147-A177-3AD203B41FA5}">
                      <a16:colId xmlns:a16="http://schemas.microsoft.com/office/drawing/2014/main" val="1801279415"/>
                    </a:ext>
                  </a:extLst>
                </a:gridCol>
              </a:tblGrid>
              <a:tr h="336605">
                <a:tc>
                  <a:txBody>
                    <a:bodyPr/>
                    <a:lstStyle/>
                    <a:p>
                      <a:pPr algn="ctr" fontAlgn="ctr"/>
                      <a:r>
                        <a:rPr lang="en-US" sz="1100" u="none" strike="noStrike" dirty="0">
                          <a:effectLst/>
                        </a:rPr>
                        <a:t>Operating System</a:t>
                      </a:r>
                      <a:endParaRPr lang="en-US" sz="1100" b="1" i="0" u="none" strike="noStrike" dirty="0">
                        <a:solidFill>
                          <a:srgbClr val="404040"/>
                        </a:solidFill>
                        <a:effectLst/>
                        <a:latin typeface="Segoe UI" panose="020B0502040204020203" pitchFamily="34" charset="0"/>
                      </a:endParaRPr>
                    </a:p>
                  </a:txBody>
                  <a:tcPr marL="1208" marR="1208" marT="1208" marB="0" anchor="ctr"/>
                </a:tc>
                <a:tc>
                  <a:txBody>
                    <a:bodyPr/>
                    <a:lstStyle/>
                    <a:p>
                      <a:pPr algn="ctr" fontAlgn="ctr"/>
                      <a:r>
                        <a:rPr lang="en-US" sz="1100" u="none" strike="noStrike" dirty="0">
                          <a:effectLst/>
                        </a:rPr>
                        <a:t>Support Status</a:t>
                      </a:r>
                      <a:endParaRPr lang="en-US" sz="1100" b="1" i="0" u="none" strike="noStrike" dirty="0">
                        <a:solidFill>
                          <a:srgbClr val="404040"/>
                        </a:solidFill>
                        <a:effectLst/>
                        <a:latin typeface="Segoe UI" panose="020B0502040204020203" pitchFamily="34" charset="0"/>
                      </a:endParaRPr>
                    </a:p>
                  </a:txBody>
                  <a:tcPr marL="1208" marR="1208" marT="1208" marB="0" anchor="ctr"/>
                </a:tc>
                <a:extLst>
                  <a:ext uri="{0D108BD9-81ED-4DB2-BD59-A6C34878D82A}">
                    <a16:rowId xmlns:a16="http://schemas.microsoft.com/office/drawing/2014/main" val="657113095"/>
                  </a:ext>
                </a:extLst>
              </a:tr>
              <a:tr h="671734">
                <a:tc>
                  <a:txBody>
                    <a:bodyPr/>
                    <a:lstStyle/>
                    <a:p>
                      <a:pPr algn="l" fontAlgn="ctr"/>
                      <a:r>
                        <a:rPr lang="en-US" sz="1100" u="none" strike="noStrike" dirty="0">
                          <a:effectLst/>
                        </a:rPr>
                        <a:t>Windows Server 2016</a:t>
                      </a:r>
                      <a:endParaRPr lang="en-US" sz="1100" b="0" i="0" u="none" strike="noStrike" dirty="0">
                        <a:solidFill>
                          <a:srgbClr val="404040"/>
                        </a:solidFill>
                        <a:effectLst/>
                        <a:latin typeface="Segoe UI" panose="020B0502040204020203" pitchFamily="34" charset="0"/>
                      </a:endParaRPr>
                    </a:p>
                  </a:txBody>
                  <a:tcPr marL="1208" marR="1208" marT="1208" marB="0" anchor="ctr"/>
                </a:tc>
                <a:tc>
                  <a:txBody>
                    <a:bodyPr/>
                    <a:lstStyle/>
                    <a:p>
                      <a:pPr algn="ctr" fontAlgn="ctr"/>
                      <a:r>
                        <a:rPr lang="en-US" sz="1100" u="none" strike="noStrike" dirty="0">
                          <a:effectLst/>
                        </a:rPr>
                        <a:t>10-Oct-27</a:t>
                      </a:r>
                      <a:endParaRPr lang="en-US" sz="1100" b="0" i="0" u="none" strike="noStrike" dirty="0">
                        <a:solidFill>
                          <a:srgbClr val="404040"/>
                        </a:solidFill>
                        <a:effectLst/>
                        <a:latin typeface="Segoe UI" panose="020B0502040204020203" pitchFamily="34" charset="0"/>
                      </a:endParaRPr>
                    </a:p>
                  </a:txBody>
                  <a:tcPr marL="1208" marR="1208" marT="1208" marB="0" anchor="ctr"/>
                </a:tc>
                <a:extLst>
                  <a:ext uri="{0D108BD9-81ED-4DB2-BD59-A6C34878D82A}">
                    <a16:rowId xmlns:a16="http://schemas.microsoft.com/office/drawing/2014/main" val="2789102249"/>
                  </a:ext>
                </a:extLst>
              </a:tr>
              <a:tr h="671734">
                <a:tc>
                  <a:txBody>
                    <a:bodyPr/>
                    <a:lstStyle/>
                    <a:p>
                      <a:pPr algn="l" fontAlgn="ctr"/>
                      <a:r>
                        <a:rPr lang="en-US" sz="1100" u="none" strike="noStrike" dirty="0">
                          <a:effectLst/>
                        </a:rPr>
                        <a:t>Windows Server 2019</a:t>
                      </a:r>
                      <a:endParaRPr lang="en-US" sz="1100" b="0" i="0" u="none" strike="noStrike" dirty="0">
                        <a:solidFill>
                          <a:srgbClr val="404040"/>
                        </a:solidFill>
                        <a:effectLst/>
                        <a:latin typeface="Segoe UI" panose="020B0502040204020203" pitchFamily="34" charset="0"/>
                      </a:endParaRPr>
                    </a:p>
                  </a:txBody>
                  <a:tcPr marL="1208" marR="1208" marT="1208" marB="0" anchor="ctr"/>
                </a:tc>
                <a:tc>
                  <a:txBody>
                    <a:bodyPr/>
                    <a:lstStyle/>
                    <a:p>
                      <a:pPr algn="ctr" fontAlgn="ctr"/>
                      <a:r>
                        <a:rPr lang="en-US" sz="1100" u="none" strike="noStrike" dirty="0">
                          <a:effectLst/>
                        </a:rPr>
                        <a:t>9-Jan-29</a:t>
                      </a:r>
                      <a:endParaRPr lang="en-US" sz="1100" b="0" i="0" u="none" strike="noStrike" dirty="0">
                        <a:solidFill>
                          <a:srgbClr val="404040"/>
                        </a:solidFill>
                        <a:effectLst/>
                        <a:latin typeface="Segoe UI" panose="020B0502040204020203" pitchFamily="34" charset="0"/>
                      </a:endParaRPr>
                    </a:p>
                  </a:txBody>
                  <a:tcPr marL="1208" marR="1208" marT="1208" marB="0" anchor="ctr"/>
                </a:tc>
                <a:extLst>
                  <a:ext uri="{0D108BD9-81ED-4DB2-BD59-A6C34878D82A}">
                    <a16:rowId xmlns:a16="http://schemas.microsoft.com/office/drawing/2014/main" val="678560482"/>
                  </a:ext>
                </a:extLst>
              </a:tr>
              <a:tr h="671734">
                <a:tc>
                  <a:txBody>
                    <a:bodyPr/>
                    <a:lstStyle/>
                    <a:p>
                      <a:pPr algn="l" fontAlgn="ctr"/>
                      <a:r>
                        <a:rPr lang="en-US" sz="1100" u="none" strike="noStrike">
                          <a:effectLst/>
                        </a:rPr>
                        <a:t>Windows Server 2022</a:t>
                      </a:r>
                      <a:endParaRPr lang="en-US" sz="1100" b="0" i="0" u="none" strike="noStrike">
                        <a:solidFill>
                          <a:srgbClr val="404040"/>
                        </a:solidFill>
                        <a:effectLst/>
                        <a:latin typeface="Segoe UI" panose="020B0502040204020203" pitchFamily="34" charset="0"/>
                      </a:endParaRPr>
                    </a:p>
                  </a:txBody>
                  <a:tcPr marL="1208" marR="1208" marT="1208" marB="0" anchor="ctr"/>
                </a:tc>
                <a:tc>
                  <a:txBody>
                    <a:bodyPr/>
                    <a:lstStyle/>
                    <a:p>
                      <a:pPr algn="ctr" fontAlgn="ctr"/>
                      <a:r>
                        <a:rPr lang="en-US" sz="1100" u="none" strike="noStrike" dirty="0">
                          <a:effectLst/>
                        </a:rPr>
                        <a:t>14-Oct-31</a:t>
                      </a:r>
                      <a:endParaRPr lang="en-US" sz="1100" b="0" i="0" u="none" strike="noStrike" dirty="0">
                        <a:solidFill>
                          <a:srgbClr val="404040"/>
                        </a:solidFill>
                        <a:effectLst/>
                        <a:latin typeface="Segoe UI" panose="020B0502040204020203" pitchFamily="34" charset="0"/>
                      </a:endParaRPr>
                    </a:p>
                  </a:txBody>
                  <a:tcPr marL="1208" marR="1208" marT="1208" marB="0" anchor="ctr"/>
                </a:tc>
                <a:extLst>
                  <a:ext uri="{0D108BD9-81ED-4DB2-BD59-A6C34878D82A}">
                    <a16:rowId xmlns:a16="http://schemas.microsoft.com/office/drawing/2014/main" val="3224830673"/>
                  </a:ext>
                </a:extLst>
              </a:tr>
              <a:tr h="336605">
                <a:tc>
                  <a:txBody>
                    <a:bodyPr/>
                    <a:lstStyle/>
                    <a:p>
                      <a:pPr algn="l" fontAlgn="ctr"/>
                      <a:r>
                        <a:rPr lang="en-US" sz="1100" u="none" strike="noStrike">
                          <a:effectLst/>
                        </a:rPr>
                        <a:t>Windows 10</a:t>
                      </a:r>
                      <a:endParaRPr lang="en-US" sz="1100" b="0" i="0" u="none" strike="noStrike">
                        <a:solidFill>
                          <a:srgbClr val="404040"/>
                        </a:solidFill>
                        <a:effectLst/>
                        <a:latin typeface="Segoe UI" panose="020B0502040204020203" pitchFamily="34" charset="0"/>
                      </a:endParaRPr>
                    </a:p>
                  </a:txBody>
                  <a:tcPr marL="1208" marR="1208" marT="1208" marB="0" anchor="ctr"/>
                </a:tc>
                <a:tc>
                  <a:txBody>
                    <a:bodyPr/>
                    <a:lstStyle/>
                    <a:p>
                      <a:pPr algn="ctr" fontAlgn="ctr"/>
                      <a:r>
                        <a:rPr lang="en-US" sz="1100" u="none" strike="noStrike" dirty="0">
                          <a:effectLst/>
                        </a:rPr>
                        <a:t>14-Oct-25</a:t>
                      </a:r>
                      <a:endParaRPr lang="en-US" sz="1100" b="0" i="0" u="none" strike="noStrike" dirty="0">
                        <a:solidFill>
                          <a:srgbClr val="404040"/>
                        </a:solidFill>
                        <a:effectLst/>
                        <a:latin typeface="Segoe UI" panose="020B0502040204020203" pitchFamily="34" charset="0"/>
                      </a:endParaRPr>
                    </a:p>
                  </a:txBody>
                  <a:tcPr marL="1208" marR="1208" marT="1208" marB="0" anchor="ctr"/>
                </a:tc>
                <a:extLst>
                  <a:ext uri="{0D108BD9-81ED-4DB2-BD59-A6C34878D82A}">
                    <a16:rowId xmlns:a16="http://schemas.microsoft.com/office/drawing/2014/main" val="4054532756"/>
                  </a:ext>
                </a:extLst>
              </a:tr>
              <a:tr h="336605">
                <a:tc>
                  <a:txBody>
                    <a:bodyPr/>
                    <a:lstStyle/>
                    <a:p>
                      <a:pPr algn="l" fontAlgn="ctr"/>
                      <a:r>
                        <a:rPr lang="en-US" sz="1100" u="none" strike="noStrike" dirty="0">
                          <a:effectLst/>
                        </a:rPr>
                        <a:t>Windows 11</a:t>
                      </a:r>
                      <a:endParaRPr lang="en-US" sz="1100" b="0" i="0" u="none" strike="noStrike" dirty="0">
                        <a:solidFill>
                          <a:srgbClr val="404040"/>
                        </a:solidFill>
                        <a:effectLst/>
                        <a:latin typeface="Segoe UI" panose="020B0502040204020203" pitchFamily="34" charset="0"/>
                      </a:endParaRPr>
                    </a:p>
                  </a:txBody>
                  <a:tcPr marL="1208" marR="1208" marT="1208" marB="0" anchor="ctr"/>
                </a:tc>
                <a:tc>
                  <a:txBody>
                    <a:bodyPr/>
                    <a:lstStyle/>
                    <a:p>
                      <a:pPr algn="ctr" fontAlgn="ctr"/>
                      <a:r>
                        <a:rPr lang="en-US" sz="1100" u="none" strike="noStrike" dirty="0">
                          <a:effectLst/>
                        </a:rPr>
                        <a:t>TBD</a:t>
                      </a:r>
                      <a:endParaRPr lang="en-US" sz="1100" b="0" i="0" u="none" strike="noStrike" dirty="0">
                        <a:solidFill>
                          <a:srgbClr val="404040"/>
                        </a:solidFill>
                        <a:effectLst/>
                        <a:latin typeface="Segoe UI" panose="020B0502040204020203" pitchFamily="34" charset="0"/>
                      </a:endParaRPr>
                    </a:p>
                  </a:txBody>
                  <a:tcPr marL="1208" marR="1208" marT="1208" marB="0" anchor="ctr"/>
                </a:tc>
                <a:extLst>
                  <a:ext uri="{0D108BD9-81ED-4DB2-BD59-A6C34878D82A}">
                    <a16:rowId xmlns:a16="http://schemas.microsoft.com/office/drawing/2014/main" val="613691907"/>
                  </a:ext>
                </a:extLst>
              </a:tr>
            </a:tbl>
          </a:graphicData>
        </a:graphic>
      </p:graphicFrame>
      <p:sp>
        <p:nvSpPr>
          <p:cNvPr id="11" name="TextBox 10">
            <a:extLst>
              <a:ext uri="{FF2B5EF4-FFF2-40B4-BE49-F238E27FC236}">
                <a16:creationId xmlns:a16="http://schemas.microsoft.com/office/drawing/2014/main" id="{74123816-6966-2E3B-C61F-EA29B8BBB7A7}"/>
              </a:ext>
            </a:extLst>
          </p:cNvPr>
          <p:cNvSpPr txBox="1"/>
          <p:nvPr/>
        </p:nvSpPr>
        <p:spPr>
          <a:xfrm>
            <a:off x="2592925" y="5015257"/>
            <a:ext cx="4040156" cy="369332"/>
          </a:xfrm>
          <a:prstGeom prst="rect">
            <a:avLst/>
          </a:prstGeom>
          <a:noFill/>
        </p:spPr>
        <p:txBody>
          <a:bodyPr wrap="square" rtlCol="0">
            <a:spAutoFit/>
          </a:bodyPr>
          <a:lstStyle/>
          <a:p>
            <a:r>
              <a:rPr lang="en-US" altLang="zh-CN" dirty="0"/>
              <a:t>KiCad</a:t>
            </a:r>
            <a:r>
              <a:rPr lang="zh-CN" altLang="en-US" dirty="0"/>
              <a:t>支持的</a:t>
            </a:r>
            <a:r>
              <a:rPr lang="en-US" altLang="zh-CN" dirty="0"/>
              <a:t>Windows</a:t>
            </a:r>
            <a:r>
              <a:rPr lang="zh-CN" altLang="en-US" dirty="0"/>
              <a:t>操作系统版本</a:t>
            </a:r>
            <a:endParaRPr lang="en-US" dirty="0"/>
          </a:p>
        </p:txBody>
      </p:sp>
      <p:sp>
        <p:nvSpPr>
          <p:cNvPr id="12" name="TextBox 11">
            <a:extLst>
              <a:ext uri="{FF2B5EF4-FFF2-40B4-BE49-F238E27FC236}">
                <a16:creationId xmlns:a16="http://schemas.microsoft.com/office/drawing/2014/main" id="{93C36AC6-38C8-26FD-5760-63A3D1529AA8}"/>
              </a:ext>
            </a:extLst>
          </p:cNvPr>
          <p:cNvSpPr txBox="1"/>
          <p:nvPr/>
        </p:nvSpPr>
        <p:spPr>
          <a:xfrm>
            <a:off x="7522083" y="5015257"/>
            <a:ext cx="4819649" cy="369332"/>
          </a:xfrm>
          <a:prstGeom prst="rect">
            <a:avLst/>
          </a:prstGeom>
          <a:noFill/>
        </p:spPr>
        <p:txBody>
          <a:bodyPr wrap="square" rtlCol="0">
            <a:spAutoFit/>
          </a:bodyPr>
          <a:lstStyle/>
          <a:p>
            <a:r>
              <a:rPr lang="zh-CN" altLang="en-US" dirty="0"/>
              <a:t>开发</a:t>
            </a:r>
            <a:r>
              <a:rPr lang="en-US" altLang="zh-CN" dirty="0"/>
              <a:t>KiCad</a:t>
            </a:r>
            <a:r>
              <a:rPr lang="zh-CN" altLang="en-US" dirty="0"/>
              <a:t>推荐使用最新的</a:t>
            </a:r>
            <a:r>
              <a:rPr lang="en-US" altLang="zh-CN" dirty="0"/>
              <a:t>Windows 11</a:t>
            </a:r>
            <a:endParaRPr lang="en-US" dirty="0"/>
          </a:p>
        </p:txBody>
      </p:sp>
    </p:spTree>
    <p:extLst>
      <p:ext uri="{BB962C8B-B14F-4D97-AF65-F5344CB8AC3E}">
        <p14:creationId xmlns:p14="http://schemas.microsoft.com/office/powerpoint/2010/main" val="3200104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CAA5B-E91B-B9AF-2F30-021519346CA8}"/>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DEE79C71-06A1-CC66-890C-2A4DDF624CAD}"/>
              </a:ext>
            </a:extLst>
          </p:cNvPr>
          <p:cNvPicPr>
            <a:picLocks noChangeAspect="1"/>
          </p:cNvPicPr>
          <p:nvPr/>
        </p:nvPicPr>
        <p:blipFill>
          <a:blip r:embed="rId3"/>
          <a:stretch>
            <a:fillRect/>
          </a:stretch>
        </p:blipFill>
        <p:spPr>
          <a:xfrm>
            <a:off x="7776459" y="3003086"/>
            <a:ext cx="4616898" cy="1097459"/>
          </a:xfrm>
          <a:prstGeom prst="rect">
            <a:avLst/>
          </a:prstGeom>
        </p:spPr>
      </p:pic>
      <p:pic>
        <p:nvPicPr>
          <p:cNvPr id="23" name="Picture 22">
            <a:extLst>
              <a:ext uri="{FF2B5EF4-FFF2-40B4-BE49-F238E27FC236}">
                <a16:creationId xmlns:a16="http://schemas.microsoft.com/office/drawing/2014/main" id="{DC781E1A-0D1C-8909-52AD-BEEDFB636A87}"/>
              </a:ext>
            </a:extLst>
          </p:cNvPr>
          <p:cNvPicPr>
            <a:picLocks noChangeAspect="1"/>
          </p:cNvPicPr>
          <p:nvPr/>
        </p:nvPicPr>
        <p:blipFill>
          <a:blip r:embed="rId4"/>
          <a:stretch>
            <a:fillRect/>
          </a:stretch>
        </p:blipFill>
        <p:spPr>
          <a:xfrm>
            <a:off x="7776459" y="1651339"/>
            <a:ext cx="4044758" cy="1186763"/>
          </a:xfrm>
          <a:prstGeom prst="rect">
            <a:avLst/>
          </a:prstGeom>
        </p:spPr>
      </p:pic>
      <p:sp>
        <p:nvSpPr>
          <p:cNvPr id="2" name="Title 1">
            <a:extLst>
              <a:ext uri="{FF2B5EF4-FFF2-40B4-BE49-F238E27FC236}">
                <a16:creationId xmlns:a16="http://schemas.microsoft.com/office/drawing/2014/main" id="{CF697FA9-CE7A-95FC-82AF-E2A743772EB9}"/>
              </a:ext>
            </a:extLst>
          </p:cNvPr>
          <p:cNvSpPr>
            <a:spLocks noGrp="1"/>
          </p:cNvSpPr>
          <p:nvPr>
            <p:ph type="title"/>
          </p:nvPr>
        </p:nvSpPr>
        <p:spPr/>
        <p:txBody>
          <a:bodyPr/>
          <a:lstStyle/>
          <a:p>
            <a:r>
              <a:rPr lang="zh-CN" altLang="en-US" dirty="0"/>
              <a:t>务必开启</a:t>
            </a:r>
            <a:r>
              <a:rPr lang="en-US" altLang="zh-CN" dirty="0"/>
              <a:t>UTF-8</a:t>
            </a:r>
            <a:r>
              <a:rPr lang="zh-CN" altLang="en-US" dirty="0"/>
              <a:t>编码</a:t>
            </a:r>
            <a:endParaRPr lang="en-US" dirty="0"/>
          </a:p>
        </p:txBody>
      </p:sp>
      <p:sp>
        <p:nvSpPr>
          <p:cNvPr id="18" name="TextBox 17">
            <a:extLst>
              <a:ext uri="{FF2B5EF4-FFF2-40B4-BE49-F238E27FC236}">
                <a16:creationId xmlns:a16="http://schemas.microsoft.com/office/drawing/2014/main" id="{FBA4BCDA-0041-8BED-FDC8-C2E55AD47C3D}"/>
              </a:ext>
            </a:extLst>
          </p:cNvPr>
          <p:cNvSpPr txBox="1"/>
          <p:nvPr/>
        </p:nvSpPr>
        <p:spPr>
          <a:xfrm>
            <a:off x="2592926" y="1651339"/>
            <a:ext cx="5150714" cy="2308324"/>
          </a:xfrm>
          <a:prstGeom prst="rect">
            <a:avLst/>
          </a:prstGeom>
          <a:noFill/>
        </p:spPr>
        <p:txBody>
          <a:bodyPr wrap="square">
            <a:spAutoFit/>
          </a:bodyPr>
          <a:lstStyle/>
          <a:p>
            <a:pPr algn="l">
              <a:buFont typeface="Arial" panose="020B0604020202020204" pitchFamily="34" charset="0"/>
              <a:buChar char="•"/>
            </a:pPr>
            <a:r>
              <a:rPr lang="en-US" b="0" i="0" u="none" strike="noStrike" dirty="0">
                <a:solidFill>
                  <a:srgbClr val="D3CFCA"/>
                </a:solidFill>
                <a:effectLst/>
                <a:latin typeface="Titillium Web" panose="020F0502020204030204" pitchFamily="2" charset="0"/>
                <a:hlinkClick r:id="rId5"/>
              </a:rPr>
              <a:t>There </a:t>
            </a:r>
            <a:r>
              <a:rPr lang="en-US" b="0" i="0" u="none" strike="noStrike" dirty="0" err="1">
                <a:solidFill>
                  <a:srgbClr val="D3CFCA"/>
                </a:solidFill>
                <a:effectLst/>
                <a:latin typeface="Titillium Web" panose="020F0502020204030204" pitchFamily="2" charset="0"/>
                <a:hlinkClick r:id="rId5"/>
              </a:rPr>
              <a:t>Ain't</a:t>
            </a:r>
            <a:r>
              <a:rPr lang="en-US" b="0" i="0" u="none" strike="noStrike" dirty="0">
                <a:solidFill>
                  <a:srgbClr val="D3CFCA"/>
                </a:solidFill>
                <a:effectLst/>
                <a:latin typeface="Titillium Web" panose="020F0502020204030204" pitchFamily="2" charset="0"/>
                <a:hlinkClick r:id="rId5"/>
              </a:rPr>
              <a:t> No Such Thing As Plain Text.</a:t>
            </a:r>
            <a:endParaRPr lang="en-US" b="0" i="0" dirty="0">
              <a:solidFill>
                <a:srgbClr val="D3CFCA"/>
              </a:solidFill>
              <a:effectLst/>
              <a:latin typeface="Titillium Web" panose="020F0502020204030204" pitchFamily="2" charset="0"/>
            </a:endParaRPr>
          </a:p>
          <a:p>
            <a:pPr algn="l">
              <a:buFont typeface="Arial" panose="020B0604020202020204" pitchFamily="34" charset="0"/>
              <a:buChar char="•"/>
            </a:pPr>
            <a:r>
              <a:rPr lang="en-US" b="1" i="0" dirty="0">
                <a:solidFill>
                  <a:schemeClr val="tx1"/>
                </a:solidFill>
                <a:effectLst/>
                <a:latin typeface="Titillium Web" panose="020F0502020204030204" pitchFamily="2" charset="0"/>
              </a:rPr>
              <a:t>Encode your source code files using UTF-8</a:t>
            </a:r>
            <a:r>
              <a:rPr lang="en-US" b="0" i="0" dirty="0">
                <a:solidFill>
                  <a:schemeClr val="tx1"/>
                </a:solidFill>
                <a:effectLst/>
                <a:latin typeface="Titillium Web" panose="020F0502020204030204" pitchFamily="2" charset="0"/>
              </a:rPr>
              <a:t>. Set all your tools (editors, etc.) to read and write UTF-8 files. Do it once, for all your code base, and make your colleagues stick with it.</a:t>
            </a:r>
          </a:p>
          <a:p>
            <a:pPr algn="l">
              <a:buFont typeface="Arial" panose="020B0604020202020204" pitchFamily="34" charset="0"/>
              <a:buChar char="•"/>
            </a:pPr>
            <a:r>
              <a:rPr lang="en-US" b="0" i="0" dirty="0">
                <a:solidFill>
                  <a:schemeClr val="tx1"/>
                </a:solidFill>
                <a:effectLst/>
                <a:latin typeface="Titillium Web" panose="020F0502020204030204" pitchFamily="2" charset="0"/>
              </a:rPr>
              <a:t>Make your compiler read UTF-8 files. Changing your locale to an UTF-8 locale should be enough (otherwise, see your compiler's manual).</a:t>
            </a:r>
          </a:p>
        </p:txBody>
      </p:sp>
      <p:sp>
        <p:nvSpPr>
          <p:cNvPr id="20" name="TextBox 19">
            <a:extLst>
              <a:ext uri="{FF2B5EF4-FFF2-40B4-BE49-F238E27FC236}">
                <a16:creationId xmlns:a16="http://schemas.microsoft.com/office/drawing/2014/main" id="{878F3E2D-AA74-ED04-3121-9D77F55032B0}"/>
              </a:ext>
            </a:extLst>
          </p:cNvPr>
          <p:cNvSpPr txBox="1"/>
          <p:nvPr/>
        </p:nvSpPr>
        <p:spPr>
          <a:xfrm>
            <a:off x="2592925" y="4479564"/>
            <a:ext cx="5150714" cy="1754326"/>
          </a:xfrm>
          <a:prstGeom prst="rect">
            <a:avLst/>
          </a:prstGeom>
          <a:noFill/>
        </p:spPr>
        <p:txBody>
          <a:bodyPr wrap="square">
            <a:spAutoFit/>
          </a:bodyPr>
          <a:lstStyle/>
          <a:p>
            <a:r>
              <a:rPr lang="en-US" dirty="0">
                <a:hlinkClick r:id="rId6"/>
              </a:rPr>
              <a:t>https://wiki.qt.io/Strings_and_encodings_in_Qt</a:t>
            </a:r>
            <a:r>
              <a:rPr lang="en-US" dirty="0"/>
              <a:t> </a:t>
            </a:r>
          </a:p>
          <a:p>
            <a:pPr algn="l">
              <a:buNone/>
            </a:pPr>
            <a:r>
              <a:rPr lang="en-US" b="0" i="0" dirty="0">
                <a:solidFill>
                  <a:schemeClr val="tx1"/>
                </a:solidFill>
                <a:effectLst/>
                <a:latin typeface="Titillium Web" panose="020F0502020204030204" pitchFamily="2" charset="0"/>
              </a:rPr>
              <a:t>This is a short introduction to encodings, and how not to fail at using them inside Qt (and in general inside a C/C++ project).</a:t>
            </a:r>
          </a:p>
          <a:p>
            <a:pPr>
              <a:buNone/>
            </a:pPr>
            <a:br>
              <a:rPr lang="en-US" dirty="0"/>
            </a:br>
            <a:endParaRPr lang="en-US" dirty="0"/>
          </a:p>
        </p:txBody>
      </p:sp>
      <p:pic>
        <p:nvPicPr>
          <p:cNvPr id="21" name="Picture 20">
            <a:extLst>
              <a:ext uri="{FF2B5EF4-FFF2-40B4-BE49-F238E27FC236}">
                <a16:creationId xmlns:a16="http://schemas.microsoft.com/office/drawing/2014/main" id="{CFF9D57F-293C-761F-0FEB-C475EB3EE277}"/>
              </a:ext>
            </a:extLst>
          </p:cNvPr>
          <p:cNvPicPr>
            <a:picLocks noChangeAspect="1"/>
          </p:cNvPicPr>
          <p:nvPr/>
        </p:nvPicPr>
        <p:blipFill>
          <a:blip r:embed="rId7"/>
          <a:stretch>
            <a:fillRect/>
          </a:stretch>
        </p:blipFill>
        <p:spPr>
          <a:xfrm>
            <a:off x="7776459" y="4331252"/>
            <a:ext cx="4266520" cy="1902638"/>
          </a:xfrm>
          <a:prstGeom prst="rect">
            <a:avLst/>
          </a:prstGeom>
        </p:spPr>
      </p:pic>
    </p:spTree>
    <p:extLst>
      <p:ext uri="{BB962C8B-B14F-4D97-AF65-F5344CB8AC3E}">
        <p14:creationId xmlns:p14="http://schemas.microsoft.com/office/powerpoint/2010/main" val="1153571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1"/>
                                        </p:tgtEl>
                                        <p:attrNameLst>
                                          <p:attrName>ppt_x</p:attrName>
                                        </p:attrNameLst>
                                      </p:cBhvr>
                                      <p:tavLst>
                                        <p:tav tm="0">
                                          <p:val>
                                            <p:strVal val="ppt_x"/>
                                          </p:val>
                                        </p:tav>
                                        <p:tav tm="100000">
                                          <p:val>
                                            <p:strVal val="ppt_x"/>
                                          </p:val>
                                        </p:tav>
                                      </p:tavLst>
                                    </p:anim>
                                    <p:anim calcmode="lin" valueType="num">
                                      <p:cBhvr additive="base">
                                        <p:cTn id="7" dur="500"/>
                                        <p:tgtEl>
                                          <p:spTgt spid="21"/>
                                        </p:tgtEl>
                                        <p:attrNameLst>
                                          <p:attrName>ppt_y</p:attrName>
                                        </p:attrNameLst>
                                      </p:cBhvr>
                                      <p:tavLst>
                                        <p:tav tm="0">
                                          <p:val>
                                            <p:strVal val="ppt_y"/>
                                          </p:val>
                                        </p:tav>
                                        <p:tav tm="100000">
                                          <p:val>
                                            <p:strVal val="1+ppt_h/2"/>
                                          </p:val>
                                        </p:tav>
                                      </p:tavLst>
                                    </p:anim>
                                    <p:set>
                                      <p:cBhvr>
                                        <p:cTn id="8" dur="1" fill="hold">
                                          <p:stCondLst>
                                            <p:cond delay="499"/>
                                          </p:stCondLst>
                                        </p:cTn>
                                        <p:tgtEl>
                                          <p:spTgt spid="21"/>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22"/>
                                        </p:tgtEl>
                                        <p:attrNameLst>
                                          <p:attrName>ppt_x</p:attrName>
                                        </p:attrNameLst>
                                      </p:cBhvr>
                                      <p:tavLst>
                                        <p:tav tm="0">
                                          <p:val>
                                            <p:strVal val="ppt_x"/>
                                          </p:val>
                                        </p:tav>
                                        <p:tav tm="100000">
                                          <p:val>
                                            <p:strVal val="ppt_x"/>
                                          </p:val>
                                        </p:tav>
                                      </p:tavLst>
                                    </p:anim>
                                    <p:anim calcmode="lin" valueType="num">
                                      <p:cBhvr additive="base">
                                        <p:cTn id="13" dur="500"/>
                                        <p:tgtEl>
                                          <p:spTgt spid="22"/>
                                        </p:tgtEl>
                                        <p:attrNameLst>
                                          <p:attrName>ppt_y</p:attrName>
                                        </p:attrNameLst>
                                      </p:cBhvr>
                                      <p:tavLst>
                                        <p:tav tm="0">
                                          <p:val>
                                            <p:strVal val="ppt_y"/>
                                          </p:val>
                                        </p:tav>
                                        <p:tav tm="100000">
                                          <p:val>
                                            <p:strVal val="1+ppt_h/2"/>
                                          </p:val>
                                        </p:tav>
                                      </p:tavLst>
                                    </p:anim>
                                    <p:set>
                                      <p:cBhvr>
                                        <p:cTn id="14" dur="1" fill="hold">
                                          <p:stCondLst>
                                            <p:cond delay="499"/>
                                          </p:stCondLst>
                                        </p:cTn>
                                        <p:tgtEl>
                                          <p:spTgt spid="2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nodeType="clickEffect">
                                  <p:stCondLst>
                                    <p:cond delay="0"/>
                                  </p:stCondLst>
                                  <p:childTnLst>
                                    <p:anim calcmode="lin" valueType="num">
                                      <p:cBhvr additive="base">
                                        <p:cTn id="18" dur="500"/>
                                        <p:tgtEl>
                                          <p:spTgt spid="23"/>
                                        </p:tgtEl>
                                        <p:attrNameLst>
                                          <p:attrName>ppt_x</p:attrName>
                                        </p:attrNameLst>
                                      </p:cBhvr>
                                      <p:tavLst>
                                        <p:tav tm="0">
                                          <p:val>
                                            <p:strVal val="ppt_x"/>
                                          </p:val>
                                        </p:tav>
                                        <p:tav tm="100000">
                                          <p:val>
                                            <p:strVal val="ppt_x"/>
                                          </p:val>
                                        </p:tav>
                                      </p:tavLst>
                                    </p:anim>
                                    <p:anim calcmode="lin" valueType="num">
                                      <p:cBhvr additive="base">
                                        <p:cTn id="19" dur="500"/>
                                        <p:tgtEl>
                                          <p:spTgt spid="23"/>
                                        </p:tgtEl>
                                        <p:attrNameLst>
                                          <p:attrName>ppt_y</p:attrName>
                                        </p:attrNameLst>
                                      </p:cBhvr>
                                      <p:tavLst>
                                        <p:tav tm="0">
                                          <p:val>
                                            <p:strVal val="ppt_y"/>
                                          </p:val>
                                        </p:tav>
                                        <p:tav tm="100000">
                                          <p:val>
                                            <p:strVal val="1+ppt_h/2"/>
                                          </p:val>
                                        </p:tav>
                                      </p:tavLst>
                                    </p:anim>
                                    <p:set>
                                      <p:cBhvr>
                                        <p:cTn id="20"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52EE7-A298-BC8A-3748-6CF17AC8CCD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D8ED581-F059-89F9-2237-462245D90E55}"/>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C837B78E-33C1-207E-1900-68B73CEB962D}"/>
              </a:ext>
            </a:extLst>
          </p:cNvPr>
          <p:cNvPicPr>
            <a:picLocks noChangeAspect="1"/>
          </p:cNvPicPr>
          <p:nvPr/>
        </p:nvPicPr>
        <p:blipFill>
          <a:blip r:embed="rId2"/>
          <a:stretch>
            <a:fillRect/>
          </a:stretch>
        </p:blipFill>
        <p:spPr>
          <a:xfrm>
            <a:off x="-95251" y="-114300"/>
            <a:ext cx="13124329" cy="6972300"/>
          </a:xfrm>
          <a:prstGeom prst="rect">
            <a:avLst/>
          </a:prstGeom>
        </p:spPr>
      </p:pic>
    </p:spTree>
    <p:extLst>
      <p:ext uri="{BB962C8B-B14F-4D97-AF65-F5344CB8AC3E}">
        <p14:creationId xmlns:p14="http://schemas.microsoft.com/office/powerpoint/2010/main" val="4243437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8D5C7-DA26-7994-374D-B48A8C5BFE22}"/>
            </a:ext>
          </a:extLst>
        </p:cNvPr>
        <p:cNvGrpSpPr/>
        <p:nvPr/>
      </p:nvGrpSpPr>
      <p:grpSpPr>
        <a:xfrm>
          <a:off x="0" y="0"/>
          <a:ext cx="0" cy="0"/>
          <a:chOff x="0" y="0"/>
          <a:chExt cx="0" cy="0"/>
        </a:xfrm>
      </p:grpSpPr>
      <p:pic>
        <p:nvPicPr>
          <p:cNvPr id="3" name="Graphic 2">
            <a:extLst>
              <a:ext uri="{FF2B5EF4-FFF2-40B4-BE49-F238E27FC236}">
                <a16:creationId xmlns:a16="http://schemas.microsoft.com/office/drawing/2014/main" id="{AB3D9B77-FE96-6A4F-260E-3E5666A67E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98143" y="0"/>
            <a:ext cx="6595714" cy="6858000"/>
          </a:xfrm>
          <a:prstGeom prst="rect">
            <a:avLst/>
          </a:prstGeom>
        </p:spPr>
      </p:pic>
    </p:spTree>
    <p:extLst>
      <p:ext uri="{BB962C8B-B14F-4D97-AF65-F5344CB8AC3E}">
        <p14:creationId xmlns:p14="http://schemas.microsoft.com/office/powerpoint/2010/main" val="2299155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18E64-E481-8BF7-963A-A7F7CD29E2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D657A-49D5-5962-9FCB-8F2CF02C76E1}"/>
              </a:ext>
            </a:extLst>
          </p:cNvPr>
          <p:cNvSpPr>
            <a:spLocks noGrp="1"/>
          </p:cNvSpPr>
          <p:nvPr>
            <p:ph type="title"/>
          </p:nvPr>
        </p:nvSpPr>
        <p:spPr>
          <a:xfrm>
            <a:off x="4880665" y="3249969"/>
            <a:ext cx="1859730" cy="514350"/>
          </a:xfrm>
        </p:spPr>
        <p:txBody>
          <a:bodyPr>
            <a:normAutofit fontScale="90000"/>
          </a:bodyPr>
          <a:lstStyle/>
          <a:p>
            <a:r>
              <a:rPr lang="zh-CN" altLang="en-US" dirty="0"/>
              <a:t>编译器篇</a:t>
            </a:r>
            <a:endParaRPr lang="en-US" dirty="0"/>
          </a:p>
        </p:txBody>
      </p:sp>
    </p:spTree>
    <p:extLst>
      <p:ext uri="{BB962C8B-B14F-4D97-AF65-F5344CB8AC3E}">
        <p14:creationId xmlns:p14="http://schemas.microsoft.com/office/powerpoint/2010/main" val="1077305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1636-F683-BC9B-E002-BC01FB45E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86925-C9B9-9D25-A583-004D16B9F364}"/>
              </a:ext>
            </a:extLst>
          </p:cNvPr>
          <p:cNvSpPr>
            <a:spLocks noGrp="1"/>
          </p:cNvSpPr>
          <p:nvPr>
            <p:ph type="title"/>
          </p:nvPr>
        </p:nvSpPr>
        <p:spPr/>
        <p:txBody>
          <a:bodyPr/>
          <a:lstStyle/>
          <a:p>
            <a:r>
              <a:rPr lang="zh-CN" altLang="en-US" dirty="0"/>
              <a:t>编译器功能简介</a:t>
            </a:r>
            <a:endParaRPr lang="en-US" dirty="0"/>
          </a:p>
        </p:txBody>
      </p:sp>
      <p:sp>
        <p:nvSpPr>
          <p:cNvPr id="9" name="AutoShape 2">
            <a:extLst>
              <a:ext uri="{FF2B5EF4-FFF2-40B4-BE49-F238E27FC236}">
                <a16:creationId xmlns:a16="http://schemas.microsoft.com/office/drawing/2014/main" id="{02227036-3B82-5C00-AFBB-E4164EAFD09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8113F9A6-F36F-CDA0-A94E-6C3AF96BDB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92924" y="1610616"/>
            <a:ext cx="4593038" cy="5187820"/>
          </a:xfrm>
          <a:prstGeom prst="rect">
            <a:avLst/>
          </a:prstGeom>
        </p:spPr>
      </p:pic>
      <p:pic>
        <p:nvPicPr>
          <p:cNvPr id="12" name="Picture 11">
            <a:extLst>
              <a:ext uri="{FF2B5EF4-FFF2-40B4-BE49-F238E27FC236}">
                <a16:creationId xmlns:a16="http://schemas.microsoft.com/office/drawing/2014/main" id="{EA1301FA-09AA-4CFE-30D6-205868D19DEB}"/>
              </a:ext>
            </a:extLst>
          </p:cNvPr>
          <p:cNvPicPr>
            <a:picLocks noChangeAspect="1"/>
          </p:cNvPicPr>
          <p:nvPr/>
        </p:nvPicPr>
        <p:blipFill>
          <a:blip r:embed="rId5"/>
          <a:stretch>
            <a:fillRect/>
          </a:stretch>
        </p:blipFill>
        <p:spPr>
          <a:xfrm>
            <a:off x="9599076" y="3163982"/>
            <a:ext cx="2374250" cy="3634454"/>
          </a:xfrm>
          <a:prstGeom prst="rect">
            <a:avLst/>
          </a:prstGeom>
        </p:spPr>
      </p:pic>
    </p:spTree>
    <p:extLst>
      <p:ext uri="{BB962C8B-B14F-4D97-AF65-F5344CB8AC3E}">
        <p14:creationId xmlns:p14="http://schemas.microsoft.com/office/powerpoint/2010/main" val="1149259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FE71C-2518-6DAB-CDB1-38EB362C0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E348A-482B-0CC9-CBA5-4FB5E523D724}"/>
              </a:ext>
            </a:extLst>
          </p:cNvPr>
          <p:cNvSpPr>
            <a:spLocks noGrp="1"/>
          </p:cNvSpPr>
          <p:nvPr>
            <p:ph type="title"/>
          </p:nvPr>
        </p:nvSpPr>
        <p:spPr/>
        <p:txBody>
          <a:bodyPr/>
          <a:lstStyle/>
          <a:p>
            <a:r>
              <a:rPr lang="en-US" altLang="zh-CN" dirty="0"/>
              <a:t>C++</a:t>
            </a:r>
            <a:r>
              <a:rPr lang="zh-CN" altLang="en-US" dirty="0"/>
              <a:t>三大主流编译器</a:t>
            </a:r>
            <a:endParaRPr lang="en-US" dirty="0"/>
          </a:p>
        </p:txBody>
      </p:sp>
      <p:sp>
        <p:nvSpPr>
          <p:cNvPr id="5" name="TextBox 4">
            <a:extLst>
              <a:ext uri="{FF2B5EF4-FFF2-40B4-BE49-F238E27FC236}">
                <a16:creationId xmlns:a16="http://schemas.microsoft.com/office/drawing/2014/main" id="{BA05C1B3-E974-A527-ECE3-BD89016F6185}"/>
              </a:ext>
            </a:extLst>
          </p:cNvPr>
          <p:cNvSpPr txBox="1"/>
          <p:nvPr/>
        </p:nvSpPr>
        <p:spPr>
          <a:xfrm>
            <a:off x="2592924" y="5937256"/>
            <a:ext cx="2149948" cy="369332"/>
          </a:xfrm>
          <a:prstGeom prst="rect">
            <a:avLst/>
          </a:prstGeom>
          <a:noFill/>
        </p:spPr>
        <p:txBody>
          <a:bodyPr wrap="none" rtlCol="0">
            <a:spAutoFit/>
          </a:bodyPr>
          <a:lstStyle/>
          <a:p>
            <a:r>
              <a:rPr lang="en-US" altLang="zh-CN" dirty="0">
                <a:hlinkClick r:id="rId3"/>
              </a:rPr>
              <a:t>Compiler Explorer</a:t>
            </a:r>
            <a:endParaRPr lang="en-US" dirty="0"/>
          </a:p>
        </p:txBody>
      </p:sp>
      <p:sp>
        <p:nvSpPr>
          <p:cNvPr id="6" name="AutoShape 6">
            <a:extLst>
              <a:ext uri="{FF2B5EF4-FFF2-40B4-BE49-F238E27FC236}">
                <a16:creationId xmlns:a16="http://schemas.microsoft.com/office/drawing/2014/main" id="{BE1AB9E2-5A23-27A6-FCFF-8C2D4D5EEA6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8" descr="undefined">
            <a:extLst>
              <a:ext uri="{FF2B5EF4-FFF2-40B4-BE49-F238E27FC236}">
                <a16:creationId xmlns:a16="http://schemas.microsoft.com/office/drawing/2014/main" id="{59F789F1-5F6C-F214-780C-CCCD30BA871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88C5180D-D28A-19C0-2ACE-EFAE761891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91985" y="2635209"/>
            <a:ext cx="2533780" cy="1587582"/>
          </a:xfrm>
          <a:prstGeom prst="rect">
            <a:avLst/>
          </a:prstGeom>
        </p:spPr>
      </p:pic>
      <p:pic>
        <p:nvPicPr>
          <p:cNvPr id="11" name="Picture 10">
            <a:extLst>
              <a:ext uri="{FF2B5EF4-FFF2-40B4-BE49-F238E27FC236}">
                <a16:creationId xmlns:a16="http://schemas.microsoft.com/office/drawing/2014/main" id="{5083CF36-5E42-9690-CDC4-2ECBC739F7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43600" y="2700911"/>
            <a:ext cx="1373894" cy="1621195"/>
          </a:xfrm>
          <a:prstGeom prst="rect">
            <a:avLst/>
          </a:prstGeom>
        </p:spPr>
      </p:pic>
      <p:pic>
        <p:nvPicPr>
          <p:cNvPr id="13" name="Picture 12">
            <a:extLst>
              <a:ext uri="{FF2B5EF4-FFF2-40B4-BE49-F238E27FC236}">
                <a16:creationId xmlns:a16="http://schemas.microsoft.com/office/drawing/2014/main" id="{234426C2-1662-A02A-3A36-03A5E985F4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92924" y="2700911"/>
            <a:ext cx="1752600" cy="1752600"/>
          </a:xfrm>
          <a:prstGeom prst="rect">
            <a:avLst/>
          </a:prstGeom>
        </p:spPr>
      </p:pic>
    </p:spTree>
    <p:extLst>
      <p:ext uri="{BB962C8B-B14F-4D97-AF65-F5344CB8AC3E}">
        <p14:creationId xmlns:p14="http://schemas.microsoft.com/office/powerpoint/2010/main" val="1273806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D450A-27C8-675C-4EB0-D25980B60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E6D884-852B-2778-FE2F-05AA528CD68F}"/>
              </a:ext>
            </a:extLst>
          </p:cNvPr>
          <p:cNvSpPr>
            <a:spLocks noGrp="1"/>
          </p:cNvSpPr>
          <p:nvPr>
            <p:ph type="title"/>
          </p:nvPr>
        </p:nvSpPr>
        <p:spPr/>
        <p:txBody>
          <a:bodyPr/>
          <a:lstStyle/>
          <a:p>
            <a:r>
              <a:rPr lang="zh-CN" altLang="en-US" dirty="0"/>
              <a:t>安装</a:t>
            </a:r>
            <a:r>
              <a:rPr lang="en-US" altLang="zh-CN" dirty="0"/>
              <a:t>MVSC</a:t>
            </a:r>
            <a:r>
              <a:rPr lang="zh-CN" altLang="en-US" dirty="0"/>
              <a:t>编译器及注意事项</a:t>
            </a:r>
            <a:endParaRPr lang="en-US" dirty="0"/>
          </a:p>
        </p:txBody>
      </p:sp>
      <p:sp>
        <p:nvSpPr>
          <p:cNvPr id="5" name="TextBox 4">
            <a:extLst>
              <a:ext uri="{FF2B5EF4-FFF2-40B4-BE49-F238E27FC236}">
                <a16:creationId xmlns:a16="http://schemas.microsoft.com/office/drawing/2014/main" id="{6EE8069E-29F3-7359-DE15-0A763CFEDA9C}"/>
              </a:ext>
            </a:extLst>
          </p:cNvPr>
          <p:cNvSpPr txBox="1"/>
          <p:nvPr/>
        </p:nvSpPr>
        <p:spPr>
          <a:xfrm>
            <a:off x="2592923" y="1720334"/>
            <a:ext cx="7204220" cy="646331"/>
          </a:xfrm>
          <a:prstGeom prst="rect">
            <a:avLst/>
          </a:prstGeom>
          <a:noFill/>
        </p:spPr>
        <p:txBody>
          <a:bodyPr wrap="square">
            <a:spAutoFit/>
          </a:bodyPr>
          <a:lstStyle/>
          <a:p>
            <a:r>
              <a:rPr lang="zh-CN" altLang="en-US" dirty="0"/>
              <a:t>下载地址： </a:t>
            </a:r>
            <a:r>
              <a:rPr lang="en-US" dirty="0">
                <a:hlinkClick r:id="rId3"/>
              </a:rPr>
              <a:t>https://visualstudio.microsoft.com/downloads/</a:t>
            </a:r>
            <a:endParaRPr lang="en-US" dirty="0"/>
          </a:p>
          <a:p>
            <a:r>
              <a:rPr lang="zh-CN" altLang="en-US" dirty="0"/>
              <a:t>选择社区版下载并安装、勾选</a:t>
            </a:r>
            <a:r>
              <a:rPr lang="en-US" altLang="zh-CN" dirty="0"/>
              <a:t>”C++</a:t>
            </a:r>
            <a:r>
              <a:rPr lang="zh-CN" altLang="en-US" dirty="0"/>
              <a:t>桌面开发套件</a:t>
            </a:r>
            <a:r>
              <a:rPr lang="en-US" altLang="zh-CN" dirty="0"/>
              <a:t>”</a:t>
            </a:r>
            <a:r>
              <a:rPr lang="zh-CN" altLang="en-US" dirty="0"/>
              <a:t>，并反选</a:t>
            </a:r>
            <a:r>
              <a:rPr lang="en-US" altLang="zh-CN" dirty="0" err="1"/>
              <a:t>vcpkg</a:t>
            </a:r>
            <a:endParaRPr lang="en-US" dirty="0"/>
          </a:p>
        </p:txBody>
      </p:sp>
      <p:pic>
        <p:nvPicPr>
          <p:cNvPr id="7" name="Picture 6">
            <a:extLst>
              <a:ext uri="{FF2B5EF4-FFF2-40B4-BE49-F238E27FC236}">
                <a16:creationId xmlns:a16="http://schemas.microsoft.com/office/drawing/2014/main" id="{82682B76-798E-CF22-09D6-C1F3B7ED371C}"/>
              </a:ext>
            </a:extLst>
          </p:cNvPr>
          <p:cNvPicPr>
            <a:picLocks noChangeAspect="1"/>
          </p:cNvPicPr>
          <p:nvPr/>
        </p:nvPicPr>
        <p:blipFill>
          <a:blip r:embed="rId4"/>
          <a:stretch>
            <a:fillRect/>
          </a:stretch>
        </p:blipFill>
        <p:spPr>
          <a:xfrm>
            <a:off x="2592923" y="2501693"/>
            <a:ext cx="7694645" cy="3654956"/>
          </a:xfrm>
          <a:prstGeom prst="rect">
            <a:avLst/>
          </a:prstGeom>
        </p:spPr>
      </p:pic>
    </p:spTree>
    <p:extLst>
      <p:ext uri="{BB962C8B-B14F-4D97-AF65-F5344CB8AC3E}">
        <p14:creationId xmlns:p14="http://schemas.microsoft.com/office/powerpoint/2010/main" val="2701190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C7E2C-F2B2-4C23-8202-E7C3C4956BEC}"/>
              </a:ext>
            </a:extLst>
          </p:cNvPr>
          <p:cNvSpPr>
            <a:spLocks noGrp="1"/>
          </p:cNvSpPr>
          <p:nvPr>
            <p:ph type="title"/>
          </p:nvPr>
        </p:nvSpPr>
        <p:spPr/>
        <p:txBody>
          <a:bodyPr/>
          <a:lstStyle/>
          <a:p>
            <a:r>
              <a:rPr lang="zh-CN" altLang="en-US" dirty="0"/>
              <a:t>安装</a:t>
            </a:r>
            <a:r>
              <a:rPr lang="en-US" altLang="zh-CN" dirty="0"/>
              <a:t>MVSC</a:t>
            </a:r>
            <a:r>
              <a:rPr lang="zh-CN" altLang="en-US" dirty="0"/>
              <a:t>编译器及注意事项</a:t>
            </a:r>
            <a:endParaRPr lang="en-US" dirty="0"/>
          </a:p>
        </p:txBody>
      </p:sp>
      <p:pic>
        <p:nvPicPr>
          <p:cNvPr id="4" name="Picture 3">
            <a:extLst>
              <a:ext uri="{FF2B5EF4-FFF2-40B4-BE49-F238E27FC236}">
                <a16:creationId xmlns:a16="http://schemas.microsoft.com/office/drawing/2014/main" id="{BFB3AB90-9095-D71A-2CC4-F0A76F70F854}"/>
              </a:ext>
            </a:extLst>
          </p:cNvPr>
          <p:cNvPicPr>
            <a:picLocks noChangeAspect="1"/>
          </p:cNvPicPr>
          <p:nvPr/>
        </p:nvPicPr>
        <p:blipFill>
          <a:blip r:embed="rId3"/>
          <a:stretch>
            <a:fillRect/>
          </a:stretch>
        </p:blipFill>
        <p:spPr>
          <a:xfrm>
            <a:off x="0" y="-10372"/>
            <a:ext cx="12898542" cy="6868372"/>
          </a:xfrm>
          <a:prstGeom prst="rect">
            <a:avLst/>
          </a:prstGeom>
        </p:spPr>
      </p:pic>
    </p:spTree>
    <p:extLst>
      <p:ext uri="{BB962C8B-B14F-4D97-AF65-F5344CB8AC3E}">
        <p14:creationId xmlns:p14="http://schemas.microsoft.com/office/powerpoint/2010/main" val="2334343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04ED1-86BD-597F-71FE-D25D86FF6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A55B2-7C18-74E3-657B-B2DB6148E3E1}"/>
              </a:ext>
            </a:extLst>
          </p:cNvPr>
          <p:cNvSpPr>
            <a:spLocks noGrp="1"/>
          </p:cNvSpPr>
          <p:nvPr>
            <p:ph type="title"/>
          </p:nvPr>
        </p:nvSpPr>
        <p:spPr>
          <a:xfrm>
            <a:off x="4880665" y="3249969"/>
            <a:ext cx="1859730" cy="514350"/>
          </a:xfrm>
        </p:spPr>
        <p:txBody>
          <a:bodyPr>
            <a:normAutofit fontScale="90000"/>
          </a:bodyPr>
          <a:lstStyle/>
          <a:p>
            <a:r>
              <a:rPr lang="zh-CN" altLang="en-US" dirty="0"/>
              <a:t>编辑器篇</a:t>
            </a:r>
            <a:endParaRPr lang="en-US" dirty="0"/>
          </a:p>
        </p:txBody>
      </p:sp>
    </p:spTree>
    <p:extLst>
      <p:ext uri="{BB962C8B-B14F-4D97-AF65-F5344CB8AC3E}">
        <p14:creationId xmlns:p14="http://schemas.microsoft.com/office/powerpoint/2010/main" val="1440986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6CD86-3AE7-8531-9646-354EB4F66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E81E7-1FD5-8BFE-1591-A9D02D0EDA1F}"/>
              </a:ext>
            </a:extLst>
          </p:cNvPr>
          <p:cNvSpPr>
            <a:spLocks noGrp="1"/>
          </p:cNvSpPr>
          <p:nvPr>
            <p:ph type="title"/>
          </p:nvPr>
        </p:nvSpPr>
        <p:spPr/>
        <p:txBody>
          <a:bodyPr/>
          <a:lstStyle/>
          <a:p>
            <a:r>
              <a:rPr lang="en-US" altLang="zh-CN" dirty="0"/>
              <a:t>Windows</a:t>
            </a:r>
            <a:r>
              <a:rPr lang="zh-CN" altLang="en-US" dirty="0"/>
              <a:t>下各款</a:t>
            </a:r>
            <a:r>
              <a:rPr lang="en-US" altLang="zh-CN" dirty="0"/>
              <a:t>C++</a:t>
            </a:r>
            <a:r>
              <a:rPr lang="zh-CN" altLang="en-US" dirty="0"/>
              <a:t>编辑器对比</a:t>
            </a:r>
            <a:endParaRPr lang="en-US" dirty="0"/>
          </a:p>
        </p:txBody>
      </p:sp>
      <p:sp>
        <p:nvSpPr>
          <p:cNvPr id="3" name="AutoShape 2" descr="作者简介">
            <a:extLst>
              <a:ext uri="{FF2B5EF4-FFF2-40B4-BE49-F238E27FC236}">
                <a16:creationId xmlns:a16="http://schemas.microsoft.com/office/drawing/2014/main" id="{C210EE58-6A75-63BE-5C5D-F0A3BC59353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6" name="Picture 4" descr="作者简介">
            <a:extLst>
              <a:ext uri="{FF2B5EF4-FFF2-40B4-BE49-F238E27FC236}">
                <a16:creationId xmlns:a16="http://schemas.microsoft.com/office/drawing/2014/main" id="{FDE8F623-DE7B-C749-20C1-74B0D36F0F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8770" y="2020436"/>
            <a:ext cx="2114550" cy="211455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作者简介">
            <a:extLst>
              <a:ext uri="{FF2B5EF4-FFF2-40B4-BE49-F238E27FC236}">
                <a16:creationId xmlns:a16="http://schemas.microsoft.com/office/drawing/2014/main" id="{6F5C4CE2-0D74-4B13-6E2C-C211D17728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1567997"/>
            <a:ext cx="2045606" cy="204560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作者简介">
            <a:extLst>
              <a:ext uri="{FF2B5EF4-FFF2-40B4-BE49-F238E27FC236}">
                <a16:creationId xmlns:a16="http://schemas.microsoft.com/office/drawing/2014/main" id="{EBBCA6EE-8CBE-2B4F-2902-5C8FDB9C8E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99076" y="2554969"/>
            <a:ext cx="1748062" cy="1748062"/>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作者简介">
            <a:extLst>
              <a:ext uri="{FF2B5EF4-FFF2-40B4-BE49-F238E27FC236}">
                <a16:creationId xmlns:a16="http://schemas.microsoft.com/office/drawing/2014/main" id="{30B88BD6-E812-A70A-2BD5-BCD7677E4A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1450" y="4038600"/>
            <a:ext cx="2114550" cy="2114550"/>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作者简介">
            <a:extLst>
              <a:ext uri="{FF2B5EF4-FFF2-40B4-BE49-F238E27FC236}">
                <a16:creationId xmlns:a16="http://schemas.microsoft.com/office/drawing/2014/main" id="{C8E11C47-6A8C-2667-BE29-2469FCD97A7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85479" y="4354062"/>
            <a:ext cx="1922688" cy="1922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2558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B6EBF-A4E3-8DF6-4E35-1AADFFE2C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FE5044-6902-24BB-29E4-47C4B9B002F5}"/>
              </a:ext>
            </a:extLst>
          </p:cNvPr>
          <p:cNvSpPr>
            <a:spLocks noGrp="1"/>
          </p:cNvSpPr>
          <p:nvPr>
            <p:ph type="title"/>
          </p:nvPr>
        </p:nvSpPr>
        <p:spPr/>
        <p:txBody>
          <a:bodyPr/>
          <a:lstStyle/>
          <a:p>
            <a:r>
              <a:rPr lang="en-US" altLang="zh-CN" dirty="0"/>
              <a:t>VSCODE</a:t>
            </a:r>
            <a:r>
              <a:rPr lang="zh-CN" altLang="en-US" dirty="0"/>
              <a:t>及其</a:t>
            </a:r>
            <a:r>
              <a:rPr lang="en-US" altLang="zh-CN" dirty="0"/>
              <a:t>CMAKE</a:t>
            </a:r>
            <a:r>
              <a:rPr lang="zh-CN" altLang="en-US" dirty="0"/>
              <a:t>插件安装</a:t>
            </a:r>
            <a:endParaRPr lang="en-US" dirty="0"/>
          </a:p>
        </p:txBody>
      </p:sp>
      <p:sp>
        <p:nvSpPr>
          <p:cNvPr id="4" name="TextBox 3">
            <a:extLst>
              <a:ext uri="{FF2B5EF4-FFF2-40B4-BE49-F238E27FC236}">
                <a16:creationId xmlns:a16="http://schemas.microsoft.com/office/drawing/2014/main" id="{6FF2A95A-C560-901E-91F9-D27BC5CD56C9}"/>
              </a:ext>
            </a:extLst>
          </p:cNvPr>
          <p:cNvSpPr txBox="1"/>
          <p:nvPr/>
        </p:nvSpPr>
        <p:spPr>
          <a:xfrm>
            <a:off x="2762250" y="1720334"/>
            <a:ext cx="6096000" cy="369332"/>
          </a:xfrm>
          <a:prstGeom prst="rect">
            <a:avLst/>
          </a:prstGeom>
          <a:noFill/>
        </p:spPr>
        <p:txBody>
          <a:bodyPr wrap="square">
            <a:spAutoFit/>
          </a:bodyPr>
          <a:lstStyle/>
          <a:p>
            <a:r>
              <a:rPr lang="en-US" dirty="0"/>
              <a:t>https://code.visualstudio.com/download</a:t>
            </a:r>
          </a:p>
        </p:txBody>
      </p:sp>
      <p:pic>
        <p:nvPicPr>
          <p:cNvPr id="6" name="Picture 5">
            <a:extLst>
              <a:ext uri="{FF2B5EF4-FFF2-40B4-BE49-F238E27FC236}">
                <a16:creationId xmlns:a16="http://schemas.microsoft.com/office/drawing/2014/main" id="{74FE86AF-7493-8BE5-14C4-C2E70AC1399B}"/>
              </a:ext>
            </a:extLst>
          </p:cNvPr>
          <p:cNvPicPr>
            <a:picLocks noChangeAspect="1"/>
          </p:cNvPicPr>
          <p:nvPr/>
        </p:nvPicPr>
        <p:blipFill>
          <a:blip r:embed="rId3"/>
          <a:stretch>
            <a:fillRect/>
          </a:stretch>
        </p:blipFill>
        <p:spPr>
          <a:xfrm>
            <a:off x="2762250" y="2428875"/>
            <a:ext cx="8241631" cy="3914775"/>
          </a:xfrm>
          <a:prstGeom prst="rect">
            <a:avLst/>
          </a:prstGeom>
        </p:spPr>
      </p:pic>
      <p:pic>
        <p:nvPicPr>
          <p:cNvPr id="8" name="Picture 7">
            <a:extLst>
              <a:ext uri="{FF2B5EF4-FFF2-40B4-BE49-F238E27FC236}">
                <a16:creationId xmlns:a16="http://schemas.microsoft.com/office/drawing/2014/main" id="{24EC74D0-D49C-8919-0E65-7770A911FCCA}"/>
              </a:ext>
            </a:extLst>
          </p:cNvPr>
          <p:cNvPicPr>
            <a:picLocks noChangeAspect="1"/>
          </p:cNvPicPr>
          <p:nvPr/>
        </p:nvPicPr>
        <p:blipFill>
          <a:blip r:embed="rId4"/>
          <a:stretch>
            <a:fillRect/>
          </a:stretch>
        </p:blipFill>
        <p:spPr>
          <a:xfrm>
            <a:off x="2762250" y="2428875"/>
            <a:ext cx="8241631" cy="4378367"/>
          </a:xfrm>
          <a:prstGeom prst="rect">
            <a:avLst/>
          </a:prstGeom>
        </p:spPr>
      </p:pic>
    </p:spTree>
    <p:extLst>
      <p:ext uri="{BB962C8B-B14F-4D97-AF65-F5344CB8AC3E}">
        <p14:creationId xmlns:p14="http://schemas.microsoft.com/office/powerpoint/2010/main" val="372994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25A36-1D3C-2415-0368-C9925BB8D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CCB5A-38ED-070B-691D-64356E93838F}"/>
              </a:ext>
            </a:extLst>
          </p:cNvPr>
          <p:cNvSpPr>
            <a:spLocks noGrp="1"/>
          </p:cNvSpPr>
          <p:nvPr>
            <p:ph type="title"/>
          </p:nvPr>
        </p:nvSpPr>
        <p:spPr>
          <a:xfrm>
            <a:off x="4880665" y="3249969"/>
            <a:ext cx="4011408" cy="514350"/>
          </a:xfrm>
        </p:spPr>
        <p:txBody>
          <a:bodyPr>
            <a:normAutofit fontScale="90000"/>
          </a:bodyPr>
          <a:lstStyle/>
          <a:p>
            <a:r>
              <a:rPr lang="zh-CN" altLang="en-US" dirty="0"/>
              <a:t>版本控制篇</a:t>
            </a:r>
            <a:endParaRPr lang="en-US" dirty="0"/>
          </a:p>
        </p:txBody>
      </p:sp>
    </p:spTree>
    <p:extLst>
      <p:ext uri="{BB962C8B-B14F-4D97-AF65-F5344CB8AC3E}">
        <p14:creationId xmlns:p14="http://schemas.microsoft.com/office/powerpoint/2010/main" val="1070367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CAABD-02BD-32A3-4D4E-A56F7E51D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6AA0E-6BBC-07D3-E36C-BA2A189FB2DA}"/>
              </a:ext>
            </a:extLst>
          </p:cNvPr>
          <p:cNvSpPr>
            <a:spLocks noGrp="1"/>
          </p:cNvSpPr>
          <p:nvPr>
            <p:ph type="title"/>
          </p:nvPr>
        </p:nvSpPr>
        <p:spPr/>
        <p:txBody>
          <a:bodyPr/>
          <a:lstStyle/>
          <a:p>
            <a:r>
              <a:rPr lang="zh-CN" altLang="en-US" dirty="0"/>
              <a:t>版本控制工具介绍</a:t>
            </a:r>
            <a:endParaRPr lang="en-US" dirty="0"/>
          </a:p>
        </p:txBody>
      </p:sp>
      <p:sp>
        <p:nvSpPr>
          <p:cNvPr id="3" name="AutoShape 2" descr="Introduction to Version Control">
            <a:extLst>
              <a:ext uri="{FF2B5EF4-FFF2-40B4-BE49-F238E27FC236}">
                <a16:creationId xmlns:a16="http://schemas.microsoft.com/office/drawing/2014/main" id="{3722FA2F-C12C-8D2E-2443-AEB49F9B27D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Git branching diagram">
            <a:extLst>
              <a:ext uri="{FF2B5EF4-FFF2-40B4-BE49-F238E27FC236}">
                <a16:creationId xmlns:a16="http://schemas.microsoft.com/office/drawing/2014/main" id="{B02A1E4D-8FC2-B917-7A41-A2336CB34C8C}"/>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Version Control Systems - GeeksforGeeks">
            <a:extLst>
              <a:ext uri="{FF2B5EF4-FFF2-40B4-BE49-F238E27FC236}">
                <a16:creationId xmlns:a16="http://schemas.microsoft.com/office/drawing/2014/main" id="{64834774-51A6-ECC3-2CB4-A5D88FB3A7D5}"/>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21842053-E4CF-1C51-37C1-4BC81A2A5A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8608" y="2588307"/>
            <a:ext cx="4751209" cy="3070509"/>
          </a:xfrm>
          <a:prstGeom prst="rect">
            <a:avLst/>
          </a:prstGeom>
        </p:spPr>
      </p:pic>
      <p:pic>
        <p:nvPicPr>
          <p:cNvPr id="9" name="Picture 8">
            <a:extLst>
              <a:ext uri="{FF2B5EF4-FFF2-40B4-BE49-F238E27FC236}">
                <a16:creationId xmlns:a16="http://schemas.microsoft.com/office/drawing/2014/main" id="{D01F7F66-B31B-F035-723C-DA63BDFD58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1217" y="2588307"/>
            <a:ext cx="4095718" cy="3146710"/>
          </a:xfrm>
          <a:prstGeom prst="rect">
            <a:avLst/>
          </a:prstGeom>
        </p:spPr>
      </p:pic>
    </p:spTree>
    <p:extLst>
      <p:ext uri="{BB962C8B-B14F-4D97-AF65-F5344CB8AC3E}">
        <p14:creationId xmlns:p14="http://schemas.microsoft.com/office/powerpoint/2010/main" val="1175995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571B4-64EE-79CD-8024-5A2A07E69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1D6301-8A05-B114-32F4-23923A48A8D4}"/>
              </a:ext>
            </a:extLst>
          </p:cNvPr>
          <p:cNvSpPr>
            <a:spLocks noGrp="1"/>
          </p:cNvSpPr>
          <p:nvPr>
            <p:ph type="title"/>
          </p:nvPr>
        </p:nvSpPr>
        <p:spPr/>
        <p:txBody>
          <a:bodyPr/>
          <a:lstStyle/>
          <a:p>
            <a:r>
              <a:rPr lang="en-US" altLang="zh-CN" dirty="0"/>
              <a:t>Git</a:t>
            </a:r>
            <a:r>
              <a:rPr lang="zh-CN" altLang="en-US" dirty="0"/>
              <a:t>安装配置步骤</a:t>
            </a:r>
            <a:endParaRPr lang="en-US" dirty="0"/>
          </a:p>
        </p:txBody>
      </p:sp>
      <p:pic>
        <p:nvPicPr>
          <p:cNvPr id="6" name="Picture 5">
            <a:extLst>
              <a:ext uri="{FF2B5EF4-FFF2-40B4-BE49-F238E27FC236}">
                <a16:creationId xmlns:a16="http://schemas.microsoft.com/office/drawing/2014/main" id="{7DAF41CA-5C01-5CEF-3941-73A57049A038}"/>
              </a:ext>
            </a:extLst>
          </p:cNvPr>
          <p:cNvPicPr>
            <a:picLocks noChangeAspect="1"/>
          </p:cNvPicPr>
          <p:nvPr/>
        </p:nvPicPr>
        <p:blipFill>
          <a:blip r:embed="rId3"/>
          <a:stretch>
            <a:fillRect/>
          </a:stretch>
        </p:blipFill>
        <p:spPr>
          <a:xfrm>
            <a:off x="6565815" y="2808616"/>
            <a:ext cx="5394433" cy="3113791"/>
          </a:xfrm>
          <a:prstGeom prst="rect">
            <a:avLst/>
          </a:prstGeom>
        </p:spPr>
      </p:pic>
      <p:sp>
        <p:nvSpPr>
          <p:cNvPr id="7" name="TextBox 6">
            <a:extLst>
              <a:ext uri="{FF2B5EF4-FFF2-40B4-BE49-F238E27FC236}">
                <a16:creationId xmlns:a16="http://schemas.microsoft.com/office/drawing/2014/main" id="{64D14973-ACAF-3838-0722-E8E68DA553F5}"/>
              </a:ext>
            </a:extLst>
          </p:cNvPr>
          <p:cNvSpPr txBox="1"/>
          <p:nvPr/>
        </p:nvSpPr>
        <p:spPr>
          <a:xfrm>
            <a:off x="2762250" y="1905000"/>
            <a:ext cx="4806124" cy="1200329"/>
          </a:xfrm>
          <a:prstGeom prst="rect">
            <a:avLst/>
          </a:prstGeom>
          <a:noFill/>
        </p:spPr>
        <p:txBody>
          <a:bodyPr wrap="none" rtlCol="0">
            <a:spAutoFit/>
          </a:bodyPr>
          <a:lstStyle/>
          <a:p>
            <a:r>
              <a:rPr lang="zh-CN" altLang="en-US" dirty="0"/>
              <a:t>前往 </a:t>
            </a:r>
            <a:r>
              <a:rPr lang="en-US" dirty="0">
                <a:hlinkClick r:id="rId4"/>
              </a:rPr>
              <a:t>https://git-scm.com/downloads/win</a:t>
            </a:r>
            <a:r>
              <a:rPr lang="en-US" dirty="0"/>
              <a:t> </a:t>
            </a:r>
          </a:p>
          <a:p>
            <a:r>
              <a:rPr lang="zh-CN" altLang="en-US" dirty="0"/>
              <a:t>下载并运行</a:t>
            </a:r>
            <a:r>
              <a:rPr lang="en-US" altLang="zh-CN" dirty="0"/>
              <a:t>64</a:t>
            </a:r>
            <a:r>
              <a:rPr lang="zh-CN" altLang="en-US" dirty="0"/>
              <a:t>位 </a:t>
            </a:r>
            <a:r>
              <a:rPr lang="en-US" altLang="zh-CN" dirty="0"/>
              <a:t>Standalone Installer</a:t>
            </a:r>
          </a:p>
          <a:p>
            <a:endParaRPr lang="en-US" dirty="0"/>
          </a:p>
          <a:p>
            <a:r>
              <a:rPr lang="zh-CN" altLang="en-US" dirty="0"/>
              <a:t>一路点</a:t>
            </a:r>
            <a:r>
              <a:rPr lang="en-US" altLang="zh-CN" dirty="0"/>
              <a:t>Next</a:t>
            </a:r>
            <a:r>
              <a:rPr lang="zh-CN" altLang="en-US" dirty="0"/>
              <a:t>就可以了</a:t>
            </a:r>
            <a:endParaRPr lang="en-US" dirty="0"/>
          </a:p>
        </p:txBody>
      </p:sp>
    </p:spTree>
    <p:extLst>
      <p:ext uri="{BB962C8B-B14F-4D97-AF65-F5344CB8AC3E}">
        <p14:creationId xmlns:p14="http://schemas.microsoft.com/office/powerpoint/2010/main" val="5788070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748C9-DC9E-6A8D-FB6B-3474669F95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80B24-0697-1D49-5239-73D003521BB2}"/>
              </a:ext>
            </a:extLst>
          </p:cNvPr>
          <p:cNvSpPr>
            <a:spLocks noGrp="1"/>
          </p:cNvSpPr>
          <p:nvPr>
            <p:ph type="title"/>
          </p:nvPr>
        </p:nvSpPr>
        <p:spPr>
          <a:xfrm>
            <a:off x="4880665" y="3249969"/>
            <a:ext cx="4011408" cy="514350"/>
          </a:xfrm>
        </p:spPr>
        <p:txBody>
          <a:bodyPr>
            <a:normAutofit fontScale="90000"/>
          </a:bodyPr>
          <a:lstStyle/>
          <a:p>
            <a:r>
              <a:rPr lang="zh-CN" altLang="en-US" dirty="0"/>
              <a:t>依赖管理篇</a:t>
            </a:r>
            <a:endParaRPr lang="en-US" dirty="0"/>
          </a:p>
        </p:txBody>
      </p:sp>
    </p:spTree>
    <p:extLst>
      <p:ext uri="{BB962C8B-B14F-4D97-AF65-F5344CB8AC3E}">
        <p14:creationId xmlns:p14="http://schemas.microsoft.com/office/powerpoint/2010/main" val="38599351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20E36-A6F9-EFA0-F433-4A40183CF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BCD92-72B8-92C5-71A6-2895E593DD8A}"/>
              </a:ext>
            </a:extLst>
          </p:cNvPr>
          <p:cNvSpPr>
            <a:spLocks noGrp="1"/>
          </p:cNvSpPr>
          <p:nvPr>
            <p:ph type="title"/>
          </p:nvPr>
        </p:nvSpPr>
        <p:spPr/>
        <p:txBody>
          <a:bodyPr/>
          <a:lstStyle/>
          <a:p>
            <a:r>
              <a:rPr lang="zh-CN" altLang="en-US" dirty="0"/>
              <a:t>主流</a:t>
            </a:r>
            <a:r>
              <a:rPr lang="en-US" altLang="zh-CN" dirty="0"/>
              <a:t>C++</a:t>
            </a:r>
            <a:r>
              <a:rPr lang="zh-CN" altLang="en-US" dirty="0"/>
              <a:t>依赖管理工具介绍</a:t>
            </a:r>
            <a:endParaRPr lang="en-US" dirty="0"/>
          </a:p>
        </p:txBody>
      </p:sp>
      <p:pic>
        <p:nvPicPr>
          <p:cNvPr id="7170" name="Picture 2" descr="Conan C++ Package Manager">
            <a:extLst>
              <a:ext uri="{FF2B5EF4-FFF2-40B4-BE49-F238E27FC236}">
                <a16:creationId xmlns:a16="http://schemas.microsoft.com/office/drawing/2014/main" id="{2E84C335-6F7A-F7B1-691D-ECC84212BE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3899" y="3876675"/>
            <a:ext cx="7105650" cy="1521669"/>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4" descr="icon">
            <a:extLst>
              <a:ext uri="{FF2B5EF4-FFF2-40B4-BE49-F238E27FC236}">
                <a16:creationId xmlns:a16="http://schemas.microsoft.com/office/drawing/2014/main" id="{6B38218F-145F-922F-5624-84C5487591E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Graphic 6">
            <a:extLst>
              <a:ext uri="{FF2B5EF4-FFF2-40B4-BE49-F238E27FC236}">
                <a16:creationId xmlns:a16="http://schemas.microsoft.com/office/drawing/2014/main" id="{7CBE925C-F1F4-69BE-FB96-307776DD3AF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67025" y="1976437"/>
            <a:ext cx="1304925" cy="1304925"/>
          </a:xfrm>
          <a:prstGeom prst="rect">
            <a:avLst/>
          </a:prstGeom>
        </p:spPr>
      </p:pic>
      <p:sp>
        <p:nvSpPr>
          <p:cNvPr id="8" name="TextBox 7">
            <a:extLst>
              <a:ext uri="{FF2B5EF4-FFF2-40B4-BE49-F238E27FC236}">
                <a16:creationId xmlns:a16="http://schemas.microsoft.com/office/drawing/2014/main" id="{0AA24E12-72CA-37EF-3FD3-1721FE369D11}"/>
              </a:ext>
            </a:extLst>
          </p:cNvPr>
          <p:cNvSpPr txBox="1"/>
          <p:nvPr/>
        </p:nvSpPr>
        <p:spPr>
          <a:xfrm>
            <a:off x="4553470" y="2444233"/>
            <a:ext cx="1008609" cy="369332"/>
          </a:xfrm>
          <a:prstGeom prst="rect">
            <a:avLst/>
          </a:prstGeom>
          <a:noFill/>
        </p:spPr>
        <p:txBody>
          <a:bodyPr wrap="none" rtlCol="0">
            <a:spAutoFit/>
          </a:bodyPr>
          <a:lstStyle/>
          <a:p>
            <a:r>
              <a:rPr lang="en-US" altLang="zh-CN" b="1" dirty="0"/>
              <a:t>VCPKG</a:t>
            </a:r>
            <a:endParaRPr lang="en-US" b="1" dirty="0"/>
          </a:p>
        </p:txBody>
      </p:sp>
      <p:sp>
        <p:nvSpPr>
          <p:cNvPr id="4" name="TextBox 3">
            <a:extLst>
              <a:ext uri="{FF2B5EF4-FFF2-40B4-BE49-F238E27FC236}">
                <a16:creationId xmlns:a16="http://schemas.microsoft.com/office/drawing/2014/main" id="{594AC88E-0A92-BD56-EB0E-52895A425F97}"/>
              </a:ext>
            </a:extLst>
          </p:cNvPr>
          <p:cNvSpPr txBox="1"/>
          <p:nvPr/>
        </p:nvSpPr>
        <p:spPr>
          <a:xfrm>
            <a:off x="2867025" y="5910724"/>
            <a:ext cx="8316790" cy="369332"/>
          </a:xfrm>
          <a:prstGeom prst="rect">
            <a:avLst/>
          </a:prstGeom>
          <a:noFill/>
        </p:spPr>
        <p:txBody>
          <a:bodyPr wrap="square">
            <a:spAutoFit/>
          </a:bodyPr>
          <a:lstStyle/>
          <a:p>
            <a:r>
              <a:rPr lang="en-US" dirty="0"/>
              <a:t>https://decovar.dev/blog/2022/10/30/cpp-dependencies-with-vcpkg/</a:t>
            </a:r>
          </a:p>
        </p:txBody>
      </p:sp>
    </p:spTree>
    <p:extLst>
      <p:ext uri="{BB962C8B-B14F-4D97-AF65-F5344CB8AC3E}">
        <p14:creationId xmlns:p14="http://schemas.microsoft.com/office/powerpoint/2010/main" val="11527147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13781-AABA-A6BA-DAB6-F5A6385BA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4DB354-DC45-8387-204A-739610F4D1D3}"/>
              </a:ext>
            </a:extLst>
          </p:cNvPr>
          <p:cNvSpPr>
            <a:spLocks noGrp="1"/>
          </p:cNvSpPr>
          <p:nvPr>
            <p:ph type="title"/>
          </p:nvPr>
        </p:nvSpPr>
        <p:spPr/>
        <p:txBody>
          <a:bodyPr/>
          <a:lstStyle/>
          <a:p>
            <a:r>
              <a:rPr lang="en-US" altLang="zh-CN" dirty="0" err="1"/>
              <a:t>vcpkg</a:t>
            </a:r>
            <a:r>
              <a:rPr lang="zh-CN" altLang="en-US" dirty="0"/>
              <a:t>功能概览</a:t>
            </a:r>
            <a:endParaRPr lang="en-US" dirty="0"/>
          </a:p>
        </p:txBody>
      </p:sp>
      <p:pic>
        <p:nvPicPr>
          <p:cNvPr id="9" name="Picture 2" descr="vcpkg functionality schema">
            <a:extLst>
              <a:ext uri="{FF2B5EF4-FFF2-40B4-BE49-F238E27FC236}">
                <a16:creationId xmlns:a16="http://schemas.microsoft.com/office/drawing/2014/main" id="{95DC230D-68F4-8D55-4F6B-71230B4B53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2924" y="1905000"/>
            <a:ext cx="8893296" cy="4557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7658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EA942-5B35-F339-7AD0-3E16659A5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28131-227B-47E2-2AB2-D334EF6149F9}"/>
              </a:ext>
            </a:extLst>
          </p:cNvPr>
          <p:cNvSpPr>
            <a:spLocks noGrp="1"/>
          </p:cNvSpPr>
          <p:nvPr>
            <p:ph type="title"/>
          </p:nvPr>
        </p:nvSpPr>
        <p:spPr/>
        <p:txBody>
          <a:bodyPr/>
          <a:lstStyle/>
          <a:p>
            <a:r>
              <a:rPr lang="en-US" altLang="zh-CN" dirty="0" err="1"/>
              <a:t>conan</a:t>
            </a:r>
            <a:r>
              <a:rPr lang="zh-CN" altLang="en-US" dirty="0"/>
              <a:t>功能概览</a:t>
            </a:r>
            <a:endParaRPr lang="en-US" dirty="0"/>
          </a:p>
        </p:txBody>
      </p:sp>
      <p:pic>
        <p:nvPicPr>
          <p:cNvPr id="2050" name="Picture 2">
            <a:extLst>
              <a:ext uri="{FF2B5EF4-FFF2-40B4-BE49-F238E27FC236}">
                <a16:creationId xmlns:a16="http://schemas.microsoft.com/office/drawing/2014/main" id="{87374D6E-CED6-7C7E-21D4-E97E0DC1E6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2924" y="2143199"/>
            <a:ext cx="4671778" cy="25976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C8C46DA-FBB0-B05B-A076-3A2C69B037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8710" y="1674055"/>
            <a:ext cx="4301860" cy="4128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2383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932D4-2023-554A-A44B-EAEEA0980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E419E-DCFC-F2F4-F676-2F7556D380A2}"/>
              </a:ext>
            </a:extLst>
          </p:cNvPr>
          <p:cNvSpPr>
            <a:spLocks noGrp="1"/>
          </p:cNvSpPr>
          <p:nvPr>
            <p:ph type="title"/>
          </p:nvPr>
        </p:nvSpPr>
        <p:spPr/>
        <p:txBody>
          <a:bodyPr/>
          <a:lstStyle/>
          <a:p>
            <a:r>
              <a:rPr lang="en-US" altLang="zh-CN" dirty="0" err="1"/>
              <a:t>Vcpkg</a:t>
            </a:r>
            <a:r>
              <a:rPr lang="zh-CN" altLang="en-US" dirty="0"/>
              <a:t>安装与配置</a:t>
            </a:r>
            <a:endParaRPr lang="en-US" dirty="0"/>
          </a:p>
        </p:txBody>
      </p:sp>
      <p:sp>
        <p:nvSpPr>
          <p:cNvPr id="3" name="TextBox 2">
            <a:extLst>
              <a:ext uri="{FF2B5EF4-FFF2-40B4-BE49-F238E27FC236}">
                <a16:creationId xmlns:a16="http://schemas.microsoft.com/office/drawing/2014/main" id="{CAEA15EC-F8F4-08F7-D82A-BF2481AD4BE4}"/>
              </a:ext>
            </a:extLst>
          </p:cNvPr>
          <p:cNvSpPr txBox="1"/>
          <p:nvPr/>
        </p:nvSpPr>
        <p:spPr>
          <a:xfrm>
            <a:off x="2752723" y="1709737"/>
            <a:ext cx="8096251" cy="1754326"/>
          </a:xfrm>
          <a:prstGeom prst="rect">
            <a:avLst/>
          </a:prstGeom>
          <a:noFill/>
        </p:spPr>
        <p:txBody>
          <a:bodyPr wrap="square" rtlCol="0">
            <a:spAutoFit/>
          </a:bodyPr>
          <a:lstStyle/>
          <a:p>
            <a:pPr marL="342900" indent="-342900">
              <a:buFont typeface="+mj-lt"/>
              <a:buAutoNum type="arabicPeriod"/>
            </a:pPr>
            <a:r>
              <a:rPr lang="zh-CN" altLang="en-US" dirty="0"/>
              <a:t>下载并安装</a:t>
            </a:r>
            <a:r>
              <a:rPr lang="en-US" altLang="zh-CN" dirty="0"/>
              <a:t>git</a:t>
            </a:r>
          </a:p>
          <a:p>
            <a:pPr marL="342900" indent="-342900">
              <a:buFont typeface="+mj-lt"/>
              <a:buAutoNum type="arabicPeriod"/>
            </a:pPr>
            <a:r>
              <a:rPr lang="zh-CN" altLang="en-US" dirty="0"/>
              <a:t>在命令行中运行</a:t>
            </a:r>
            <a:r>
              <a:rPr lang="en-US" altLang="zh-CN" dirty="0"/>
              <a:t>git clone </a:t>
            </a:r>
            <a:r>
              <a:rPr lang="en-US" altLang="zh-CN" dirty="0">
                <a:hlinkClick r:id="rId3"/>
              </a:rPr>
              <a:t>https://github.com/microsoft/vcpkg.git</a:t>
            </a:r>
            <a:endParaRPr lang="en-US" altLang="zh-CN" dirty="0"/>
          </a:p>
          <a:p>
            <a:pPr marL="342900" indent="-342900">
              <a:buFont typeface="+mj-lt"/>
              <a:buAutoNum type="arabicPeriod"/>
            </a:pPr>
            <a:r>
              <a:rPr lang="zh-CN" altLang="en-US" dirty="0"/>
              <a:t>切换至</a:t>
            </a:r>
            <a:r>
              <a:rPr lang="en-US" altLang="zh-CN" dirty="0" err="1"/>
              <a:t>vcpkg</a:t>
            </a:r>
            <a:r>
              <a:rPr lang="zh-CN" altLang="en-US" dirty="0"/>
              <a:t>根目录，运行</a:t>
            </a:r>
            <a:r>
              <a:rPr lang="en-US" altLang="zh-CN" dirty="0"/>
              <a:t>git reset –hard 2024.09.30 </a:t>
            </a:r>
            <a:r>
              <a:rPr lang="zh-CN" altLang="en-US" dirty="0"/>
              <a:t>切换</a:t>
            </a:r>
            <a:r>
              <a:rPr lang="en-US" altLang="zh-CN" dirty="0" err="1"/>
              <a:t>vcpkg</a:t>
            </a:r>
            <a:r>
              <a:rPr lang="zh-CN" altLang="en-US" dirty="0"/>
              <a:t>版本</a:t>
            </a:r>
            <a:endParaRPr lang="en-US" altLang="zh-CN" dirty="0"/>
          </a:p>
          <a:p>
            <a:pPr marL="342900" indent="-342900">
              <a:buFont typeface="+mj-lt"/>
              <a:buAutoNum type="arabicPeriod"/>
            </a:pPr>
            <a:r>
              <a:rPr lang="zh-CN" altLang="en-US" dirty="0"/>
              <a:t>在</a:t>
            </a:r>
            <a:r>
              <a:rPr lang="en-US" altLang="zh-CN" dirty="0" err="1"/>
              <a:t>vcpkg</a:t>
            </a:r>
            <a:r>
              <a:rPr lang="zh-CN" altLang="en-US" dirty="0"/>
              <a:t>根目录下运行</a:t>
            </a:r>
            <a:r>
              <a:rPr lang="en-US" altLang="zh-CN" dirty="0"/>
              <a:t>.\bootstrap-vcpkg.bat</a:t>
            </a:r>
            <a:r>
              <a:rPr lang="zh-CN" altLang="en-US" dirty="0"/>
              <a:t>，完成初始化</a:t>
            </a:r>
            <a:endParaRPr lang="en-US" altLang="zh-CN" dirty="0"/>
          </a:p>
          <a:p>
            <a:pPr marL="342900" indent="-342900">
              <a:buFont typeface="+mj-lt"/>
              <a:buAutoNum type="arabicPeriod"/>
            </a:pPr>
            <a:r>
              <a:rPr lang="zh-CN" altLang="en-US" dirty="0"/>
              <a:t>将</a:t>
            </a:r>
            <a:r>
              <a:rPr lang="en-US" altLang="zh-CN" dirty="0" err="1"/>
              <a:t>vcpkg</a:t>
            </a:r>
            <a:r>
              <a:rPr lang="zh-CN" altLang="en-US" dirty="0"/>
              <a:t>根目录添加到</a:t>
            </a:r>
            <a:r>
              <a:rPr lang="en-US" altLang="zh-CN" dirty="0"/>
              <a:t>PATH</a:t>
            </a:r>
            <a:r>
              <a:rPr lang="zh-CN" altLang="en-US" dirty="0"/>
              <a:t>变量</a:t>
            </a:r>
            <a:endParaRPr lang="en-US" altLang="zh-CN" dirty="0"/>
          </a:p>
          <a:p>
            <a:pPr marL="342900" indent="-342900">
              <a:buFont typeface="+mj-lt"/>
              <a:buAutoNum type="arabicPeriod"/>
            </a:pPr>
            <a:r>
              <a:rPr lang="zh-CN" altLang="en-US" dirty="0"/>
              <a:t>新建</a:t>
            </a:r>
            <a:r>
              <a:rPr lang="en-US" altLang="zh-CN" dirty="0"/>
              <a:t>VCPKG_ROOT</a:t>
            </a:r>
            <a:r>
              <a:rPr lang="zh-CN" altLang="en-US" dirty="0"/>
              <a:t>系统变量、变量值为上述</a:t>
            </a:r>
            <a:r>
              <a:rPr lang="en-US" altLang="zh-CN" dirty="0"/>
              <a:t>VCPKG</a:t>
            </a:r>
            <a:r>
              <a:rPr lang="zh-CN" altLang="en-US" dirty="0"/>
              <a:t>根目录</a:t>
            </a:r>
            <a:endParaRPr lang="en-US" dirty="0"/>
          </a:p>
        </p:txBody>
      </p:sp>
      <p:pic>
        <p:nvPicPr>
          <p:cNvPr id="5" name="Picture 4">
            <a:extLst>
              <a:ext uri="{FF2B5EF4-FFF2-40B4-BE49-F238E27FC236}">
                <a16:creationId xmlns:a16="http://schemas.microsoft.com/office/drawing/2014/main" id="{A16103EC-38CD-E941-1496-DD833BCA4F45}"/>
              </a:ext>
            </a:extLst>
          </p:cNvPr>
          <p:cNvPicPr>
            <a:picLocks noChangeAspect="1"/>
          </p:cNvPicPr>
          <p:nvPr/>
        </p:nvPicPr>
        <p:blipFill>
          <a:blip r:embed="rId4"/>
          <a:stretch>
            <a:fillRect/>
          </a:stretch>
        </p:blipFill>
        <p:spPr>
          <a:xfrm>
            <a:off x="2752723" y="3662363"/>
            <a:ext cx="6438900" cy="2971800"/>
          </a:xfrm>
          <a:prstGeom prst="rect">
            <a:avLst/>
          </a:prstGeom>
        </p:spPr>
      </p:pic>
      <p:pic>
        <p:nvPicPr>
          <p:cNvPr id="7" name="Picture 6">
            <a:extLst>
              <a:ext uri="{FF2B5EF4-FFF2-40B4-BE49-F238E27FC236}">
                <a16:creationId xmlns:a16="http://schemas.microsoft.com/office/drawing/2014/main" id="{F5B0EB98-AA61-4E17-F87C-93DBF011D20E}"/>
              </a:ext>
            </a:extLst>
          </p:cNvPr>
          <p:cNvPicPr>
            <a:picLocks noChangeAspect="1"/>
          </p:cNvPicPr>
          <p:nvPr/>
        </p:nvPicPr>
        <p:blipFill>
          <a:blip r:embed="rId5"/>
          <a:stretch>
            <a:fillRect/>
          </a:stretch>
        </p:blipFill>
        <p:spPr>
          <a:xfrm>
            <a:off x="2626833" y="3576638"/>
            <a:ext cx="3724155" cy="2971800"/>
          </a:xfrm>
          <a:prstGeom prst="rect">
            <a:avLst/>
          </a:prstGeom>
        </p:spPr>
      </p:pic>
    </p:spTree>
    <p:extLst>
      <p:ext uri="{BB962C8B-B14F-4D97-AF65-F5344CB8AC3E}">
        <p14:creationId xmlns:p14="http://schemas.microsoft.com/office/powerpoint/2010/main" val="3253693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7"/>
                                        </p:tgtEl>
                                        <p:attrNameLst>
                                          <p:attrName>ppt_x</p:attrName>
                                        </p:attrNameLst>
                                      </p:cBhvr>
                                      <p:tavLst>
                                        <p:tav tm="0">
                                          <p:val>
                                            <p:strVal val="ppt_x"/>
                                          </p:val>
                                        </p:tav>
                                        <p:tav tm="100000">
                                          <p:val>
                                            <p:strVal val="ppt_x"/>
                                          </p:val>
                                        </p:tav>
                                      </p:tavLst>
                                    </p:anim>
                                    <p:anim calcmode="lin" valueType="num">
                                      <p:cBhvr additive="base">
                                        <p:cTn id="7" dur="500"/>
                                        <p:tgtEl>
                                          <p:spTgt spid="7"/>
                                        </p:tgtEl>
                                        <p:attrNameLst>
                                          <p:attrName>ppt_y</p:attrName>
                                        </p:attrNameLst>
                                      </p:cBhvr>
                                      <p:tavLst>
                                        <p:tav tm="0">
                                          <p:val>
                                            <p:strVal val="ppt_y"/>
                                          </p:val>
                                        </p:tav>
                                        <p:tav tm="100000">
                                          <p:val>
                                            <p:strVal val="1+ppt_h/2"/>
                                          </p:val>
                                        </p:tav>
                                      </p:tavLst>
                                    </p:anim>
                                    <p:set>
                                      <p:cBhvr>
                                        <p:cTn id="8" dur="1" fill="hold">
                                          <p:stCondLst>
                                            <p:cond delay="499"/>
                                          </p:stCondLst>
                                        </p:cTn>
                                        <p:tgtEl>
                                          <p:spTgt spid="7"/>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E3155-50C0-0C6D-DDEC-CC45836A5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95622-37CD-492B-1434-59667EA889B2}"/>
              </a:ext>
            </a:extLst>
          </p:cNvPr>
          <p:cNvSpPr>
            <a:spLocks noGrp="1"/>
          </p:cNvSpPr>
          <p:nvPr>
            <p:ph type="title"/>
          </p:nvPr>
        </p:nvSpPr>
        <p:spPr>
          <a:xfrm>
            <a:off x="4880665" y="3249969"/>
            <a:ext cx="4011408" cy="514350"/>
          </a:xfrm>
        </p:spPr>
        <p:txBody>
          <a:bodyPr>
            <a:normAutofit fontScale="90000"/>
          </a:bodyPr>
          <a:lstStyle/>
          <a:p>
            <a:r>
              <a:rPr lang="zh-CN" altLang="en-US" dirty="0"/>
              <a:t>构建自动化篇</a:t>
            </a:r>
            <a:endParaRPr lang="en-US" dirty="0"/>
          </a:p>
        </p:txBody>
      </p:sp>
    </p:spTree>
    <p:extLst>
      <p:ext uri="{BB962C8B-B14F-4D97-AF65-F5344CB8AC3E}">
        <p14:creationId xmlns:p14="http://schemas.microsoft.com/office/powerpoint/2010/main" val="3203589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3F392-BDCB-8ECB-120B-B28F9F218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7FBD7-11A0-78FC-1EC3-100744BB92C5}"/>
              </a:ext>
            </a:extLst>
          </p:cNvPr>
          <p:cNvSpPr>
            <a:spLocks noGrp="1"/>
          </p:cNvSpPr>
          <p:nvPr>
            <p:ph type="title"/>
          </p:nvPr>
        </p:nvSpPr>
        <p:spPr/>
        <p:txBody>
          <a:bodyPr/>
          <a:lstStyle/>
          <a:p>
            <a:r>
              <a:rPr lang="en-US" altLang="zh-CN" dirty="0" err="1"/>
              <a:t>Cmake</a:t>
            </a:r>
            <a:r>
              <a:rPr lang="zh-CN" altLang="en-US" dirty="0"/>
              <a:t>简介</a:t>
            </a:r>
            <a:endParaRPr lang="en-US" dirty="0"/>
          </a:p>
        </p:txBody>
      </p:sp>
      <p:pic>
        <p:nvPicPr>
          <p:cNvPr id="4098" name="Picture 2" descr="Figure 1. CMake adds CUDA C++ to its long list of supported programming languages.">
            <a:extLst>
              <a:ext uri="{FF2B5EF4-FFF2-40B4-BE49-F238E27FC236}">
                <a16:creationId xmlns:a16="http://schemas.microsoft.com/office/drawing/2014/main" id="{63C14DBF-17B1-AA55-C6F3-3D9B2B7404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0775" y="1731058"/>
            <a:ext cx="4424363" cy="4807855"/>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4" descr="CMake: The Standard Build System">
            <a:extLst>
              <a:ext uri="{FF2B5EF4-FFF2-40B4-BE49-F238E27FC236}">
                <a16:creationId xmlns:a16="http://schemas.microsoft.com/office/drawing/2014/main" id="{411FEA4E-F4D5-41B8-5CE1-324BA937A11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2" name="Picture 6" descr="How to Build a CMake-Based Project">
            <a:extLst>
              <a:ext uri="{FF2B5EF4-FFF2-40B4-BE49-F238E27FC236}">
                <a16:creationId xmlns:a16="http://schemas.microsoft.com/office/drawing/2014/main" id="{A4AC4B4E-7E49-98A6-B807-EA11350103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7238" y="1650095"/>
            <a:ext cx="4849522" cy="4583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6739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02"/>
                                        </p:tgtEl>
                                        <p:attrNameLst>
                                          <p:attrName>style.visibility</p:attrName>
                                        </p:attrNameLst>
                                      </p:cBhvr>
                                      <p:to>
                                        <p:strVal val="visible"/>
                                      </p:to>
                                    </p:set>
                                    <p:anim calcmode="lin" valueType="num">
                                      <p:cBhvr additive="base">
                                        <p:cTn id="7" dur="500" fill="hold"/>
                                        <p:tgtEl>
                                          <p:spTgt spid="4102"/>
                                        </p:tgtEl>
                                        <p:attrNameLst>
                                          <p:attrName>ppt_x</p:attrName>
                                        </p:attrNameLst>
                                      </p:cBhvr>
                                      <p:tavLst>
                                        <p:tav tm="0">
                                          <p:val>
                                            <p:strVal val="#ppt_x"/>
                                          </p:val>
                                        </p:tav>
                                        <p:tav tm="100000">
                                          <p:val>
                                            <p:strVal val="#ppt_x"/>
                                          </p:val>
                                        </p:tav>
                                      </p:tavLst>
                                    </p:anim>
                                    <p:anim calcmode="lin" valueType="num">
                                      <p:cBhvr additive="base">
                                        <p:cTn id="8" dur="500" fill="hold"/>
                                        <p:tgtEl>
                                          <p:spTgt spid="41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CDA-6671-9B82-E420-3DF2EC87E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737D0-ED25-2EEC-AE70-5559D608FB26}"/>
              </a:ext>
            </a:extLst>
          </p:cNvPr>
          <p:cNvSpPr>
            <a:spLocks noGrp="1"/>
          </p:cNvSpPr>
          <p:nvPr>
            <p:ph type="title"/>
          </p:nvPr>
        </p:nvSpPr>
        <p:spPr/>
        <p:txBody>
          <a:bodyPr/>
          <a:lstStyle/>
          <a:p>
            <a:r>
              <a:rPr lang="en-US" altLang="zh-CN" dirty="0" err="1"/>
              <a:t>Cmake</a:t>
            </a:r>
            <a:r>
              <a:rPr lang="zh-CN" altLang="en-US" dirty="0"/>
              <a:t>安装配置步骤</a:t>
            </a:r>
            <a:endParaRPr lang="en-US" dirty="0"/>
          </a:p>
        </p:txBody>
      </p:sp>
      <p:sp>
        <p:nvSpPr>
          <p:cNvPr id="4" name="TextBox 3">
            <a:extLst>
              <a:ext uri="{FF2B5EF4-FFF2-40B4-BE49-F238E27FC236}">
                <a16:creationId xmlns:a16="http://schemas.microsoft.com/office/drawing/2014/main" id="{9B2C38B7-71F7-43F2-2884-02FA6247B1C5}"/>
              </a:ext>
            </a:extLst>
          </p:cNvPr>
          <p:cNvSpPr txBox="1"/>
          <p:nvPr/>
        </p:nvSpPr>
        <p:spPr>
          <a:xfrm>
            <a:off x="2592922" y="1706048"/>
            <a:ext cx="8608477" cy="646331"/>
          </a:xfrm>
          <a:prstGeom prst="rect">
            <a:avLst/>
          </a:prstGeom>
          <a:noFill/>
        </p:spPr>
        <p:txBody>
          <a:bodyPr wrap="square">
            <a:spAutoFit/>
          </a:bodyPr>
          <a:lstStyle/>
          <a:p>
            <a:r>
              <a:rPr lang="zh-CN" altLang="en-US" dirty="0"/>
              <a:t>前往</a:t>
            </a:r>
            <a:r>
              <a:rPr lang="en-US" altLang="zh-CN" dirty="0" err="1"/>
              <a:t>cmake</a:t>
            </a:r>
            <a:r>
              <a:rPr lang="zh-CN" altLang="en-US" dirty="0"/>
              <a:t>官网的历史版本页下载安装最新的</a:t>
            </a:r>
            <a:r>
              <a:rPr lang="en-US" altLang="zh-CN" dirty="0"/>
              <a:t>3.x</a:t>
            </a:r>
            <a:r>
              <a:rPr lang="zh-CN" altLang="en-US" dirty="0"/>
              <a:t>版本</a:t>
            </a:r>
            <a:endParaRPr lang="en-US" altLang="zh-CN" dirty="0"/>
          </a:p>
          <a:p>
            <a:r>
              <a:rPr lang="zh-CN" altLang="en-US" dirty="0"/>
              <a:t>官网最新的</a:t>
            </a:r>
            <a:r>
              <a:rPr lang="en-US" altLang="zh-CN" dirty="0"/>
              <a:t>4.x</a:t>
            </a:r>
            <a:r>
              <a:rPr lang="zh-CN" altLang="en-US" dirty="0"/>
              <a:t>版本有些依赖库还没有适配</a:t>
            </a:r>
            <a:endParaRPr lang="en-US" altLang="zh-CN" dirty="0"/>
          </a:p>
        </p:txBody>
      </p:sp>
      <p:sp>
        <p:nvSpPr>
          <p:cNvPr id="6" name="TextBox 5">
            <a:extLst>
              <a:ext uri="{FF2B5EF4-FFF2-40B4-BE49-F238E27FC236}">
                <a16:creationId xmlns:a16="http://schemas.microsoft.com/office/drawing/2014/main" id="{75AC77D7-B8D4-DADF-5CA9-8DA582B9C085}"/>
              </a:ext>
            </a:extLst>
          </p:cNvPr>
          <p:cNvSpPr txBox="1"/>
          <p:nvPr/>
        </p:nvSpPr>
        <p:spPr>
          <a:xfrm>
            <a:off x="2592922" y="2983026"/>
            <a:ext cx="6096000" cy="369332"/>
          </a:xfrm>
          <a:prstGeom prst="rect">
            <a:avLst/>
          </a:prstGeom>
          <a:noFill/>
        </p:spPr>
        <p:txBody>
          <a:bodyPr wrap="square">
            <a:spAutoFit/>
          </a:bodyPr>
          <a:lstStyle/>
          <a:p>
            <a:r>
              <a:rPr lang="en-US" dirty="0"/>
              <a:t>https://cmake.org/files/v3.31/</a:t>
            </a:r>
          </a:p>
        </p:txBody>
      </p:sp>
      <p:pic>
        <p:nvPicPr>
          <p:cNvPr id="10" name="Picture 9">
            <a:extLst>
              <a:ext uri="{FF2B5EF4-FFF2-40B4-BE49-F238E27FC236}">
                <a16:creationId xmlns:a16="http://schemas.microsoft.com/office/drawing/2014/main" id="{7A9E0140-0D1C-4E16-27EB-BCE4A7762F8F}"/>
              </a:ext>
            </a:extLst>
          </p:cNvPr>
          <p:cNvPicPr>
            <a:picLocks noChangeAspect="1"/>
          </p:cNvPicPr>
          <p:nvPr/>
        </p:nvPicPr>
        <p:blipFill>
          <a:blip r:embed="rId3"/>
          <a:stretch>
            <a:fillRect/>
          </a:stretch>
        </p:blipFill>
        <p:spPr>
          <a:xfrm>
            <a:off x="8115300" y="2352379"/>
            <a:ext cx="3808411" cy="4302184"/>
          </a:xfrm>
          <a:prstGeom prst="rect">
            <a:avLst/>
          </a:prstGeom>
        </p:spPr>
      </p:pic>
    </p:spTree>
    <p:extLst>
      <p:ext uri="{BB962C8B-B14F-4D97-AF65-F5344CB8AC3E}">
        <p14:creationId xmlns:p14="http://schemas.microsoft.com/office/powerpoint/2010/main" val="5179791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7CD88-BCC0-7158-7DF3-E70CE7AAF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43187-6584-E3A6-F0C3-1025D24F900E}"/>
              </a:ext>
            </a:extLst>
          </p:cNvPr>
          <p:cNvSpPr>
            <a:spLocks noGrp="1"/>
          </p:cNvSpPr>
          <p:nvPr>
            <p:ph type="title"/>
          </p:nvPr>
        </p:nvSpPr>
        <p:spPr/>
        <p:txBody>
          <a:bodyPr/>
          <a:lstStyle/>
          <a:p>
            <a:r>
              <a:rPr lang="en-US" altLang="zh-CN" dirty="0"/>
              <a:t>Ninja</a:t>
            </a:r>
            <a:r>
              <a:rPr lang="zh-CN" altLang="en-US" dirty="0"/>
              <a:t>安装配置步骤</a:t>
            </a:r>
            <a:endParaRPr lang="en-US" dirty="0"/>
          </a:p>
        </p:txBody>
      </p:sp>
      <p:sp>
        <p:nvSpPr>
          <p:cNvPr id="4" name="TextBox 3">
            <a:extLst>
              <a:ext uri="{FF2B5EF4-FFF2-40B4-BE49-F238E27FC236}">
                <a16:creationId xmlns:a16="http://schemas.microsoft.com/office/drawing/2014/main" id="{B9BF5B44-3456-1F61-13F6-CED94F946E7E}"/>
              </a:ext>
            </a:extLst>
          </p:cNvPr>
          <p:cNvSpPr txBox="1"/>
          <p:nvPr/>
        </p:nvSpPr>
        <p:spPr>
          <a:xfrm>
            <a:off x="2592924" y="1905000"/>
            <a:ext cx="7875051" cy="646331"/>
          </a:xfrm>
          <a:prstGeom prst="rect">
            <a:avLst/>
          </a:prstGeom>
          <a:noFill/>
        </p:spPr>
        <p:txBody>
          <a:bodyPr wrap="square">
            <a:spAutoFit/>
          </a:bodyPr>
          <a:lstStyle/>
          <a:p>
            <a:r>
              <a:rPr lang="zh-CN" altLang="en-US" dirty="0"/>
              <a:t>前往</a:t>
            </a:r>
            <a:r>
              <a:rPr lang="en-US" dirty="0">
                <a:hlinkClick r:id="rId3"/>
              </a:rPr>
              <a:t>https://github.com/ninja-build/ninja/releases</a:t>
            </a:r>
            <a:r>
              <a:rPr lang="zh-CN" altLang="en-US" dirty="0"/>
              <a:t>下载</a:t>
            </a:r>
            <a:r>
              <a:rPr lang="en-US" altLang="zh-CN" dirty="0"/>
              <a:t>Window</a:t>
            </a:r>
            <a:r>
              <a:rPr lang="zh-CN" altLang="en-US" dirty="0"/>
              <a:t>下的可执行文件压缩包、将解压后的</a:t>
            </a:r>
            <a:r>
              <a:rPr lang="en-US" altLang="zh-CN" dirty="0"/>
              <a:t>ninja.exe</a:t>
            </a:r>
            <a:r>
              <a:rPr lang="zh-CN" altLang="en-US" dirty="0"/>
              <a:t>所在路径添加到</a:t>
            </a:r>
            <a:r>
              <a:rPr lang="en-US" altLang="zh-CN" dirty="0"/>
              <a:t>PATH</a:t>
            </a:r>
            <a:r>
              <a:rPr lang="zh-CN" altLang="en-US" dirty="0"/>
              <a:t>环境变量中即可</a:t>
            </a:r>
            <a:endParaRPr lang="en-US" dirty="0"/>
          </a:p>
        </p:txBody>
      </p:sp>
      <p:pic>
        <p:nvPicPr>
          <p:cNvPr id="6" name="Picture 5">
            <a:extLst>
              <a:ext uri="{FF2B5EF4-FFF2-40B4-BE49-F238E27FC236}">
                <a16:creationId xmlns:a16="http://schemas.microsoft.com/office/drawing/2014/main" id="{DBC498C1-733B-DA1B-D0EA-0908942C3D54}"/>
              </a:ext>
            </a:extLst>
          </p:cNvPr>
          <p:cNvPicPr>
            <a:picLocks noChangeAspect="1"/>
          </p:cNvPicPr>
          <p:nvPr/>
        </p:nvPicPr>
        <p:blipFill>
          <a:blip r:embed="rId4"/>
          <a:stretch>
            <a:fillRect/>
          </a:stretch>
        </p:blipFill>
        <p:spPr>
          <a:xfrm>
            <a:off x="4709209" y="2952750"/>
            <a:ext cx="7025590" cy="3765277"/>
          </a:xfrm>
          <a:prstGeom prst="rect">
            <a:avLst/>
          </a:prstGeom>
        </p:spPr>
      </p:pic>
    </p:spTree>
    <p:extLst>
      <p:ext uri="{BB962C8B-B14F-4D97-AF65-F5344CB8AC3E}">
        <p14:creationId xmlns:p14="http://schemas.microsoft.com/office/powerpoint/2010/main" val="27963186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444A3-2C1B-FFBA-FED8-877690D7A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01260-0924-E1D9-607D-4879E75D02B4}"/>
              </a:ext>
            </a:extLst>
          </p:cNvPr>
          <p:cNvSpPr>
            <a:spLocks noGrp="1"/>
          </p:cNvSpPr>
          <p:nvPr>
            <p:ph type="title"/>
          </p:nvPr>
        </p:nvSpPr>
        <p:spPr/>
        <p:txBody>
          <a:bodyPr/>
          <a:lstStyle/>
          <a:p>
            <a:r>
              <a:rPr lang="en-US" altLang="zh-CN" dirty="0"/>
              <a:t>Ninja</a:t>
            </a:r>
            <a:r>
              <a:rPr lang="zh-CN" altLang="en-US" dirty="0"/>
              <a:t>简介</a:t>
            </a:r>
            <a:endParaRPr lang="en-US" dirty="0"/>
          </a:p>
        </p:txBody>
      </p:sp>
      <p:pic>
        <p:nvPicPr>
          <p:cNvPr id="5122" name="Picture 2" descr="围观">
            <a:extLst>
              <a:ext uri="{FF2B5EF4-FFF2-40B4-BE49-F238E27FC236}">
                <a16:creationId xmlns:a16="http://schemas.microsoft.com/office/drawing/2014/main" id="{6FB56F68-8FFD-BD80-ED4F-310C75F0D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2924" y="1626505"/>
            <a:ext cx="3933031" cy="4784763"/>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Spectra - A Complete Guide To The Ninja Build System">
            <a:extLst>
              <a:ext uri="{FF2B5EF4-FFF2-40B4-BE49-F238E27FC236}">
                <a16:creationId xmlns:a16="http://schemas.microsoft.com/office/drawing/2014/main" id="{2F14FD55-E5C8-C49E-4452-42D4565CDA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2924" y="2584429"/>
            <a:ext cx="8058150" cy="3286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55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5122"/>
                                        </p:tgtEl>
                                        <p:attrNameLst>
                                          <p:attrName>ppt_x</p:attrName>
                                        </p:attrNameLst>
                                      </p:cBhvr>
                                      <p:tavLst>
                                        <p:tav tm="0">
                                          <p:val>
                                            <p:strVal val="ppt_x"/>
                                          </p:val>
                                        </p:tav>
                                        <p:tav tm="100000">
                                          <p:val>
                                            <p:strVal val="ppt_x"/>
                                          </p:val>
                                        </p:tav>
                                      </p:tavLst>
                                    </p:anim>
                                    <p:anim calcmode="lin" valueType="num">
                                      <p:cBhvr additive="base">
                                        <p:cTn id="7" dur="500"/>
                                        <p:tgtEl>
                                          <p:spTgt spid="5122"/>
                                        </p:tgtEl>
                                        <p:attrNameLst>
                                          <p:attrName>ppt_y</p:attrName>
                                        </p:attrNameLst>
                                      </p:cBhvr>
                                      <p:tavLst>
                                        <p:tav tm="0">
                                          <p:val>
                                            <p:strVal val="ppt_y"/>
                                          </p:val>
                                        </p:tav>
                                        <p:tav tm="100000">
                                          <p:val>
                                            <p:strVal val="1+ppt_h/2"/>
                                          </p:val>
                                        </p:tav>
                                      </p:tavLst>
                                    </p:anim>
                                    <p:set>
                                      <p:cBhvr>
                                        <p:cTn id="8" dur="1" fill="hold">
                                          <p:stCondLst>
                                            <p:cond delay="499"/>
                                          </p:stCondLst>
                                        </p:cTn>
                                        <p:tgtEl>
                                          <p:spTgt spid="512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6"/>
                                        </p:tgtEl>
                                        <p:attrNameLst>
                                          <p:attrName>style.visibility</p:attrName>
                                        </p:attrNameLst>
                                      </p:cBhvr>
                                      <p:to>
                                        <p:strVal val="visible"/>
                                      </p:to>
                                    </p:set>
                                    <p:anim calcmode="lin" valueType="num">
                                      <p:cBhvr additive="base">
                                        <p:cTn id="13" dur="500" fill="hold"/>
                                        <p:tgtEl>
                                          <p:spTgt spid="5126"/>
                                        </p:tgtEl>
                                        <p:attrNameLst>
                                          <p:attrName>ppt_x</p:attrName>
                                        </p:attrNameLst>
                                      </p:cBhvr>
                                      <p:tavLst>
                                        <p:tav tm="0">
                                          <p:val>
                                            <p:strVal val="#ppt_x"/>
                                          </p:val>
                                        </p:tav>
                                        <p:tav tm="100000">
                                          <p:val>
                                            <p:strVal val="#ppt_x"/>
                                          </p:val>
                                        </p:tav>
                                      </p:tavLst>
                                    </p:anim>
                                    <p:anim calcmode="lin" valueType="num">
                                      <p:cBhvr additive="base">
                                        <p:cTn id="14" dur="500" fill="hold"/>
                                        <p:tgtEl>
                                          <p:spTgt spid="51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677D6563-6A64-0A7B-A2A2-EB31C69F7C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F4B6D-8D92-83F4-5569-83D8FC986D0F}"/>
              </a:ext>
            </a:extLst>
          </p:cNvPr>
          <p:cNvSpPr>
            <a:spLocks noGrp="1"/>
          </p:cNvSpPr>
          <p:nvPr>
            <p:ph type="title"/>
          </p:nvPr>
        </p:nvSpPr>
        <p:spPr/>
        <p:txBody>
          <a:bodyPr/>
          <a:lstStyle/>
          <a:p>
            <a:r>
              <a:rPr lang="en-US" altLang="zh-CN" dirty="0"/>
              <a:t>KiCad</a:t>
            </a:r>
            <a:r>
              <a:rPr lang="zh-CN" altLang="en-US" dirty="0"/>
              <a:t>的构建选项</a:t>
            </a:r>
            <a:endParaRPr lang="en-US" dirty="0"/>
          </a:p>
        </p:txBody>
      </p:sp>
      <p:sp>
        <p:nvSpPr>
          <p:cNvPr id="4" name="TextBox 3">
            <a:extLst>
              <a:ext uri="{FF2B5EF4-FFF2-40B4-BE49-F238E27FC236}">
                <a16:creationId xmlns:a16="http://schemas.microsoft.com/office/drawing/2014/main" id="{CF134E59-0135-05DE-6AFB-CDF609789F5E}"/>
              </a:ext>
            </a:extLst>
          </p:cNvPr>
          <p:cNvSpPr txBox="1"/>
          <p:nvPr/>
        </p:nvSpPr>
        <p:spPr>
          <a:xfrm>
            <a:off x="2592924" y="6125328"/>
            <a:ext cx="7773386" cy="369332"/>
          </a:xfrm>
          <a:prstGeom prst="rect">
            <a:avLst/>
          </a:prstGeom>
          <a:noFill/>
        </p:spPr>
        <p:txBody>
          <a:bodyPr wrap="square">
            <a:spAutoFit/>
          </a:bodyPr>
          <a:lstStyle/>
          <a:p>
            <a:r>
              <a:rPr lang="en-US" dirty="0"/>
              <a:t>https://dev-docs.kicad.org/en/build/compile-options/index.html</a:t>
            </a:r>
          </a:p>
        </p:txBody>
      </p:sp>
      <p:graphicFrame>
        <p:nvGraphicFramePr>
          <p:cNvPr id="5" name="Table 4">
            <a:extLst>
              <a:ext uri="{FF2B5EF4-FFF2-40B4-BE49-F238E27FC236}">
                <a16:creationId xmlns:a16="http://schemas.microsoft.com/office/drawing/2014/main" id="{48915FAD-4ECA-070B-69CD-E33806F14A0C}"/>
              </a:ext>
            </a:extLst>
          </p:cNvPr>
          <p:cNvGraphicFramePr>
            <a:graphicFrameLocks noGrp="1"/>
          </p:cNvGraphicFramePr>
          <p:nvPr>
            <p:extLst>
              <p:ext uri="{D42A27DB-BD31-4B8C-83A1-F6EECF244321}">
                <p14:modId xmlns:p14="http://schemas.microsoft.com/office/powerpoint/2010/main" val="1839572732"/>
              </p:ext>
            </p:extLst>
          </p:nvPr>
        </p:nvGraphicFramePr>
        <p:xfrm>
          <a:off x="2592924" y="1458979"/>
          <a:ext cx="9367740" cy="4666349"/>
        </p:xfrm>
        <a:graphic>
          <a:graphicData uri="http://schemas.openxmlformats.org/drawingml/2006/table">
            <a:tbl>
              <a:tblPr/>
              <a:tblGrid>
                <a:gridCol w="3122580">
                  <a:extLst>
                    <a:ext uri="{9D8B030D-6E8A-4147-A177-3AD203B41FA5}">
                      <a16:colId xmlns:a16="http://schemas.microsoft.com/office/drawing/2014/main" val="1144616876"/>
                    </a:ext>
                  </a:extLst>
                </a:gridCol>
                <a:gridCol w="3122580">
                  <a:extLst>
                    <a:ext uri="{9D8B030D-6E8A-4147-A177-3AD203B41FA5}">
                      <a16:colId xmlns:a16="http://schemas.microsoft.com/office/drawing/2014/main" val="3920961195"/>
                    </a:ext>
                  </a:extLst>
                </a:gridCol>
                <a:gridCol w="3122580">
                  <a:extLst>
                    <a:ext uri="{9D8B030D-6E8A-4147-A177-3AD203B41FA5}">
                      <a16:colId xmlns:a16="http://schemas.microsoft.com/office/drawing/2014/main" val="2530280520"/>
                    </a:ext>
                  </a:extLst>
                </a:gridCol>
              </a:tblGrid>
              <a:tr h="172711">
                <a:tc>
                  <a:txBody>
                    <a:bodyPr/>
                    <a:lstStyle/>
                    <a:p>
                      <a:pPr algn="l" fontAlgn="t"/>
                      <a:r>
                        <a:rPr lang="en-US" sz="1000" b="1">
                          <a:effectLst/>
                        </a:rPr>
                        <a:t>Option</a:t>
                      </a:r>
                    </a:p>
                  </a:txBody>
                  <a:tcPr marL="19529" marR="19529" marT="9764" marB="9764">
                    <a:lnL w="7620" cap="flat" cmpd="sng" algn="ctr">
                      <a:solidFill>
                        <a:srgbClr val="905579"/>
                      </a:solidFill>
                      <a:prstDash val="solid"/>
                      <a:round/>
                      <a:headEnd type="none" w="med" len="med"/>
                      <a:tailEnd type="none" w="med" len="med"/>
                    </a:lnL>
                    <a:lnR w="7620" cap="flat" cmpd="sng" algn="ctr">
                      <a:solidFill>
                        <a:srgbClr val="705A79"/>
                      </a:solidFill>
                      <a:prstDash val="solid"/>
                      <a:round/>
                      <a:headEnd type="none" w="med" len="med"/>
                      <a:tailEnd type="none" w="med" len="med"/>
                    </a:lnR>
                    <a:lnT w="7620" cap="flat" cmpd="sng" algn="ctr">
                      <a:solidFill>
                        <a:srgbClr val="704E79"/>
                      </a:solidFill>
                      <a:prstDash val="solid"/>
                      <a:round/>
                      <a:headEnd type="none" w="med" len="med"/>
                      <a:tailEnd type="none" w="med" len="med"/>
                    </a:lnT>
                    <a:lnB w="7620" cap="flat" cmpd="sng" algn="ctr">
                      <a:solidFill>
                        <a:srgbClr val="B05C79"/>
                      </a:solidFill>
                      <a:prstDash val="solid"/>
                      <a:round/>
                      <a:headEnd type="none" w="med" len="med"/>
                      <a:tailEnd type="none" w="med" len="med"/>
                    </a:lnB>
                    <a:noFill/>
                  </a:tcPr>
                </a:tc>
                <a:tc>
                  <a:txBody>
                    <a:bodyPr/>
                    <a:lstStyle/>
                    <a:p>
                      <a:pPr algn="l" fontAlgn="t"/>
                      <a:r>
                        <a:rPr lang="en-US" sz="1000" b="1">
                          <a:effectLst/>
                        </a:rPr>
                        <a:t>Description</a:t>
                      </a:r>
                    </a:p>
                  </a:txBody>
                  <a:tcPr marL="19529" marR="19529" marT="9764" marB="9764">
                    <a:lnL w="7620" cap="flat" cmpd="sng" algn="ctr">
                      <a:solidFill>
                        <a:srgbClr val="705A79"/>
                      </a:solidFill>
                      <a:prstDash val="solid"/>
                      <a:round/>
                      <a:headEnd type="none" w="med" len="med"/>
                      <a:tailEnd type="none" w="med" len="med"/>
                    </a:lnL>
                    <a:lnR w="7620" cap="flat" cmpd="sng" algn="ctr">
                      <a:solidFill>
                        <a:srgbClr val="B05C79"/>
                      </a:solidFill>
                      <a:prstDash val="solid"/>
                      <a:round/>
                      <a:headEnd type="none" w="med" len="med"/>
                      <a:tailEnd type="none" w="med" len="med"/>
                    </a:lnR>
                    <a:lnT w="7620" cap="flat" cmpd="sng" algn="ctr">
                      <a:solidFill>
                        <a:srgbClr val="505979"/>
                      </a:solidFill>
                      <a:prstDash val="solid"/>
                      <a:round/>
                      <a:headEnd type="none" w="med" len="med"/>
                      <a:tailEnd type="none" w="med" len="med"/>
                    </a:lnT>
                    <a:lnB w="7620" cap="flat" cmpd="sng" algn="ctr">
                      <a:solidFill>
                        <a:srgbClr val="505F79"/>
                      </a:solidFill>
                      <a:prstDash val="solid"/>
                      <a:round/>
                      <a:headEnd type="none" w="med" len="med"/>
                      <a:tailEnd type="none" w="med" len="med"/>
                    </a:lnB>
                    <a:noFill/>
                  </a:tcPr>
                </a:tc>
                <a:tc>
                  <a:txBody>
                    <a:bodyPr/>
                    <a:lstStyle/>
                    <a:p>
                      <a:pPr algn="l" fontAlgn="t"/>
                      <a:r>
                        <a:rPr lang="en-US" sz="1000" b="1">
                          <a:effectLst/>
                        </a:rPr>
                        <a:t>Default</a:t>
                      </a:r>
                    </a:p>
                  </a:txBody>
                  <a:tcPr marL="19529" marR="19529" marT="9764" marB="9764">
                    <a:lnL w="7620" cap="flat" cmpd="sng" algn="ctr">
                      <a:solidFill>
                        <a:srgbClr val="B05C79"/>
                      </a:solidFill>
                      <a:prstDash val="solid"/>
                      <a:round/>
                      <a:headEnd type="none" w="med" len="med"/>
                      <a:tailEnd type="none" w="med" len="med"/>
                    </a:lnL>
                    <a:lnR w="7620" cap="flat" cmpd="sng" algn="ctr">
                      <a:solidFill>
                        <a:srgbClr val="D05A79"/>
                      </a:solidFill>
                      <a:prstDash val="solid"/>
                      <a:round/>
                      <a:headEnd type="none" w="med" len="med"/>
                      <a:tailEnd type="none" w="med" len="med"/>
                    </a:lnR>
                    <a:lnT w="7620" cap="flat" cmpd="sng" algn="ctr">
                      <a:solidFill>
                        <a:srgbClr val="705A79"/>
                      </a:solidFill>
                      <a:prstDash val="solid"/>
                      <a:round/>
                      <a:headEnd type="none" w="med" len="med"/>
                      <a:tailEnd type="none" w="med" len="med"/>
                    </a:lnT>
                    <a:lnB w="7620" cap="flat" cmpd="sng" algn="ctr">
                      <a:solidFill>
                        <a:srgbClr val="B05379"/>
                      </a:solidFill>
                      <a:prstDash val="solid"/>
                      <a:round/>
                      <a:headEnd type="none" w="med" len="med"/>
                      <a:tailEnd type="none" w="med" len="med"/>
                    </a:lnB>
                    <a:noFill/>
                  </a:tcPr>
                </a:tc>
                <a:extLst>
                  <a:ext uri="{0D108BD9-81ED-4DB2-BD59-A6C34878D82A}">
                    <a16:rowId xmlns:a16="http://schemas.microsoft.com/office/drawing/2014/main" val="3811469968"/>
                  </a:ext>
                </a:extLst>
              </a:tr>
              <a:tr h="342110">
                <a:tc>
                  <a:txBody>
                    <a:bodyPr/>
                    <a:lstStyle/>
                    <a:p>
                      <a:pPr algn="l" fontAlgn="t">
                        <a:buNone/>
                      </a:pPr>
                      <a:r>
                        <a:rPr lang="en-US" sz="1000">
                          <a:effectLst/>
                        </a:rPr>
                        <a:t>KICAD_SCRIPTING_WXPYTHON</a:t>
                      </a:r>
                    </a:p>
                  </a:txBody>
                  <a:tcPr marL="19529" marR="19529" marT="9764" marB="9764">
                    <a:lnL w="7620" cap="flat" cmpd="sng" algn="ctr">
                      <a:solidFill>
                        <a:srgbClr val="D05A79"/>
                      </a:solidFill>
                      <a:prstDash val="solid"/>
                      <a:round/>
                      <a:headEnd type="none" w="med" len="med"/>
                      <a:tailEnd type="none" w="med" len="med"/>
                    </a:lnL>
                    <a:lnR w="7620" cap="flat" cmpd="sng" algn="ctr">
                      <a:solidFill>
                        <a:srgbClr val="505979"/>
                      </a:solidFill>
                      <a:prstDash val="solid"/>
                      <a:round/>
                      <a:headEnd type="none" w="med" len="med"/>
                      <a:tailEnd type="none" w="med" len="med"/>
                    </a:lnR>
                    <a:lnT w="7620" cap="flat" cmpd="sng" algn="ctr">
                      <a:solidFill>
                        <a:srgbClr val="B05C79"/>
                      </a:solidFill>
                      <a:prstDash val="solid"/>
                      <a:round/>
                      <a:headEnd type="none" w="med" len="med"/>
                      <a:tailEnd type="none" w="med" len="med"/>
                    </a:lnT>
                    <a:lnB w="7620" cap="flat" cmpd="sng" algn="ctr">
                      <a:solidFill>
                        <a:srgbClr val="505F79"/>
                      </a:solidFill>
                      <a:prstDash val="solid"/>
                      <a:round/>
                      <a:headEnd type="none" w="med" len="med"/>
                      <a:tailEnd type="none" w="med" len="med"/>
                    </a:lnB>
                    <a:noFill/>
                  </a:tcPr>
                </a:tc>
                <a:tc>
                  <a:txBody>
                    <a:bodyPr/>
                    <a:lstStyle/>
                    <a:p>
                      <a:pPr algn="l" fontAlgn="t">
                        <a:buNone/>
                      </a:pPr>
                      <a:r>
                        <a:rPr lang="en-US" sz="1000">
                          <a:effectLst/>
                        </a:rPr>
                        <a:t>Build wxPython implementation for wx interface building in Python and py.shell.</a:t>
                      </a:r>
                    </a:p>
                  </a:txBody>
                  <a:tcPr marL="19529" marR="19529" marT="9764" marB="9764">
                    <a:lnL w="7620" cap="flat" cmpd="sng" algn="ctr">
                      <a:solidFill>
                        <a:srgbClr val="505979"/>
                      </a:solidFill>
                      <a:prstDash val="solid"/>
                      <a:round/>
                      <a:headEnd type="none" w="med" len="med"/>
                      <a:tailEnd type="none" w="med" len="med"/>
                    </a:lnL>
                    <a:lnR w="7620" cap="flat" cmpd="sng" algn="ctr">
                      <a:solidFill>
                        <a:srgbClr val="505979"/>
                      </a:solidFill>
                      <a:prstDash val="solid"/>
                      <a:round/>
                      <a:headEnd type="none" w="med" len="med"/>
                      <a:tailEnd type="none" w="med" len="med"/>
                    </a:lnR>
                    <a:lnT w="7620" cap="flat" cmpd="sng" algn="ctr">
                      <a:solidFill>
                        <a:srgbClr val="505F79"/>
                      </a:solidFill>
                      <a:prstDash val="solid"/>
                      <a:round/>
                      <a:headEnd type="none" w="med" len="med"/>
                      <a:tailEnd type="none" w="med" len="med"/>
                    </a:lnT>
                    <a:lnB w="7620" cap="flat" cmpd="sng" algn="ctr">
                      <a:solidFill>
                        <a:srgbClr val="904C79"/>
                      </a:solidFill>
                      <a:prstDash val="solid"/>
                      <a:round/>
                      <a:headEnd type="none" w="med" len="med"/>
                      <a:tailEnd type="none" w="med" len="med"/>
                    </a:lnB>
                    <a:noFill/>
                  </a:tcPr>
                </a:tc>
                <a:tc>
                  <a:txBody>
                    <a:bodyPr/>
                    <a:lstStyle/>
                    <a:p>
                      <a:pPr algn="l" fontAlgn="t">
                        <a:buNone/>
                      </a:pPr>
                      <a:r>
                        <a:rPr lang="en-US" sz="1000">
                          <a:effectLst/>
                        </a:rPr>
                        <a:t>ON</a:t>
                      </a:r>
                    </a:p>
                  </a:txBody>
                  <a:tcPr marL="19529" marR="19529" marT="9764" marB="9764">
                    <a:lnL w="7620" cap="flat" cmpd="sng" algn="ctr">
                      <a:solidFill>
                        <a:srgbClr val="505979"/>
                      </a:solidFill>
                      <a:prstDash val="solid"/>
                      <a:round/>
                      <a:headEnd type="none" w="med" len="med"/>
                      <a:tailEnd type="none" w="med" len="med"/>
                    </a:lnL>
                    <a:lnR w="7620" cap="flat" cmpd="sng" algn="ctr">
                      <a:solidFill>
                        <a:srgbClr val="904C79"/>
                      </a:solidFill>
                      <a:prstDash val="solid"/>
                      <a:round/>
                      <a:headEnd type="none" w="med" len="med"/>
                      <a:tailEnd type="none" w="med" len="med"/>
                    </a:lnR>
                    <a:lnT w="7620" cap="flat" cmpd="sng" algn="ctr">
                      <a:solidFill>
                        <a:srgbClr val="B05379"/>
                      </a:solidFill>
                      <a:prstDash val="solid"/>
                      <a:round/>
                      <a:headEnd type="none" w="med" len="med"/>
                      <a:tailEnd type="none" w="med" len="med"/>
                    </a:lnT>
                    <a:lnB w="7620" cap="flat" cmpd="sng" algn="ctr">
                      <a:solidFill>
                        <a:srgbClr val="B05079"/>
                      </a:solidFill>
                      <a:prstDash val="solid"/>
                      <a:round/>
                      <a:headEnd type="none" w="med" len="med"/>
                      <a:tailEnd type="none" w="med" len="med"/>
                    </a:lnB>
                    <a:noFill/>
                  </a:tcPr>
                </a:tc>
                <a:extLst>
                  <a:ext uri="{0D108BD9-81ED-4DB2-BD59-A6C34878D82A}">
                    <a16:rowId xmlns:a16="http://schemas.microsoft.com/office/drawing/2014/main" val="3608757587"/>
                  </a:ext>
                </a:extLst>
              </a:tr>
              <a:tr h="213506">
                <a:tc>
                  <a:txBody>
                    <a:bodyPr/>
                    <a:lstStyle/>
                    <a:p>
                      <a:pPr algn="l" fontAlgn="t">
                        <a:buNone/>
                      </a:pPr>
                      <a:r>
                        <a:rPr lang="en-US" sz="1000" dirty="0">
                          <a:effectLst/>
                        </a:rPr>
                        <a:t>KICAD_INSTALL_DEMOS</a:t>
                      </a:r>
                    </a:p>
                  </a:txBody>
                  <a:tcPr marL="19529" marR="19529" marT="9764" marB="9764">
                    <a:lnL w="7620" cap="flat" cmpd="sng" algn="ctr">
                      <a:solidFill>
                        <a:srgbClr val="904C79"/>
                      </a:solidFill>
                      <a:prstDash val="solid"/>
                      <a:round/>
                      <a:headEnd type="none" w="med" len="med"/>
                      <a:tailEnd type="none" w="med" len="med"/>
                    </a:lnL>
                    <a:lnR w="7620" cap="flat" cmpd="sng" algn="ctr">
                      <a:solidFill>
                        <a:srgbClr val="905579"/>
                      </a:solidFill>
                      <a:prstDash val="solid"/>
                      <a:round/>
                      <a:headEnd type="none" w="med" len="med"/>
                      <a:tailEnd type="none" w="med" len="med"/>
                    </a:lnR>
                    <a:lnT w="7620" cap="flat" cmpd="sng" algn="ctr">
                      <a:solidFill>
                        <a:srgbClr val="505F79"/>
                      </a:solidFill>
                      <a:prstDash val="solid"/>
                      <a:round/>
                      <a:headEnd type="none" w="med" len="med"/>
                      <a:tailEnd type="none" w="med" len="med"/>
                    </a:lnT>
                    <a:lnB w="7620" cap="flat" cmpd="sng" algn="ctr">
                      <a:solidFill>
                        <a:srgbClr val="505F79"/>
                      </a:solidFill>
                      <a:prstDash val="solid"/>
                      <a:round/>
                      <a:headEnd type="none" w="med" len="med"/>
                      <a:tailEnd type="none" w="med" len="med"/>
                    </a:lnB>
                    <a:noFill/>
                  </a:tcPr>
                </a:tc>
                <a:tc>
                  <a:txBody>
                    <a:bodyPr/>
                    <a:lstStyle/>
                    <a:p>
                      <a:pPr algn="l" fontAlgn="t">
                        <a:buNone/>
                      </a:pPr>
                      <a:r>
                        <a:rPr lang="en-US" sz="1000">
                          <a:effectLst/>
                        </a:rPr>
                        <a:t>Install KiCad demos and examples.</a:t>
                      </a:r>
                    </a:p>
                  </a:txBody>
                  <a:tcPr marL="19529" marR="19529" marT="9764" marB="9764">
                    <a:lnL w="7620" cap="flat" cmpd="sng" algn="ctr">
                      <a:solidFill>
                        <a:srgbClr val="905579"/>
                      </a:solidFill>
                      <a:prstDash val="solid"/>
                      <a:round/>
                      <a:headEnd type="none" w="med" len="med"/>
                      <a:tailEnd type="none" w="med" len="med"/>
                    </a:lnL>
                    <a:lnR w="7620" cap="flat" cmpd="sng" algn="ctr">
                      <a:solidFill>
                        <a:srgbClr val="905579"/>
                      </a:solidFill>
                      <a:prstDash val="solid"/>
                      <a:round/>
                      <a:headEnd type="none" w="med" len="med"/>
                      <a:tailEnd type="none" w="med" len="med"/>
                    </a:lnR>
                    <a:lnT w="7620" cap="flat" cmpd="sng" algn="ctr">
                      <a:solidFill>
                        <a:srgbClr val="904C79"/>
                      </a:solidFill>
                      <a:prstDash val="solid"/>
                      <a:round/>
                      <a:headEnd type="none" w="med" len="med"/>
                      <a:tailEnd type="none" w="med" len="med"/>
                    </a:lnT>
                    <a:lnB w="7620" cap="flat" cmpd="sng" algn="ctr">
                      <a:solidFill>
                        <a:srgbClr val="B05979"/>
                      </a:solidFill>
                      <a:prstDash val="solid"/>
                      <a:round/>
                      <a:headEnd type="none" w="med" len="med"/>
                      <a:tailEnd type="none" w="med" len="med"/>
                    </a:lnB>
                    <a:noFill/>
                  </a:tcPr>
                </a:tc>
                <a:tc>
                  <a:txBody>
                    <a:bodyPr/>
                    <a:lstStyle/>
                    <a:p>
                      <a:pPr algn="l" fontAlgn="t">
                        <a:buNone/>
                      </a:pPr>
                      <a:r>
                        <a:rPr lang="en-US" sz="1000">
                          <a:effectLst/>
                        </a:rPr>
                        <a:t>ON</a:t>
                      </a:r>
                    </a:p>
                  </a:txBody>
                  <a:tcPr marL="19529" marR="19529" marT="9764" marB="9764">
                    <a:lnL w="7620" cap="flat" cmpd="sng" algn="ctr">
                      <a:solidFill>
                        <a:srgbClr val="905579"/>
                      </a:solidFill>
                      <a:prstDash val="solid"/>
                      <a:round/>
                      <a:headEnd type="none" w="med" len="med"/>
                      <a:tailEnd type="none" w="med" len="med"/>
                    </a:lnL>
                    <a:lnR w="7620" cap="flat" cmpd="sng" algn="ctr">
                      <a:solidFill>
                        <a:srgbClr val="505979"/>
                      </a:solidFill>
                      <a:prstDash val="solid"/>
                      <a:round/>
                      <a:headEnd type="none" w="med" len="med"/>
                      <a:tailEnd type="none" w="med" len="med"/>
                    </a:lnR>
                    <a:lnT w="7620" cap="flat" cmpd="sng" algn="ctr">
                      <a:solidFill>
                        <a:srgbClr val="B05079"/>
                      </a:solidFill>
                      <a:prstDash val="solid"/>
                      <a:round/>
                      <a:headEnd type="none" w="med" len="med"/>
                      <a:tailEnd type="none" w="med" len="med"/>
                    </a:lnT>
                    <a:lnB w="7620" cap="flat" cmpd="sng" algn="ctr">
                      <a:solidFill>
                        <a:srgbClr val="505F79"/>
                      </a:solidFill>
                      <a:prstDash val="solid"/>
                      <a:round/>
                      <a:headEnd type="none" w="med" len="med"/>
                      <a:tailEnd type="none" w="med" len="med"/>
                    </a:lnB>
                    <a:noFill/>
                  </a:tcPr>
                </a:tc>
                <a:extLst>
                  <a:ext uri="{0D108BD9-81ED-4DB2-BD59-A6C34878D82A}">
                    <a16:rowId xmlns:a16="http://schemas.microsoft.com/office/drawing/2014/main" val="23425238"/>
                  </a:ext>
                </a:extLst>
              </a:tr>
              <a:tr h="213506">
                <a:tc>
                  <a:txBody>
                    <a:bodyPr/>
                    <a:lstStyle/>
                    <a:p>
                      <a:pPr algn="l" fontAlgn="t">
                        <a:buNone/>
                      </a:pPr>
                      <a:r>
                        <a:rPr lang="en-US" sz="1000">
                          <a:effectLst/>
                        </a:rPr>
                        <a:t>KICAD_BUILD_QA_TESTS</a:t>
                      </a:r>
                    </a:p>
                  </a:txBody>
                  <a:tcPr marL="19529" marR="19529" marT="9764" marB="9764">
                    <a:lnL w="7620" cap="flat" cmpd="sng" algn="ctr">
                      <a:solidFill>
                        <a:srgbClr val="705A79"/>
                      </a:solidFill>
                      <a:prstDash val="solid"/>
                      <a:round/>
                      <a:headEnd type="none" w="med" len="med"/>
                      <a:tailEnd type="none" w="med" len="med"/>
                    </a:lnL>
                    <a:lnR w="7620" cap="flat" cmpd="sng" algn="ctr">
                      <a:solidFill>
                        <a:srgbClr val="905279"/>
                      </a:solidFill>
                      <a:prstDash val="solid"/>
                      <a:round/>
                      <a:headEnd type="none" w="med" len="med"/>
                      <a:tailEnd type="none" w="med" len="med"/>
                    </a:lnR>
                    <a:lnT w="7620" cap="flat" cmpd="sng" algn="ctr">
                      <a:solidFill>
                        <a:srgbClr val="505F79"/>
                      </a:solidFill>
                      <a:prstDash val="solid"/>
                      <a:round/>
                      <a:headEnd type="none" w="med" len="med"/>
                      <a:tailEnd type="none" w="med" len="med"/>
                    </a:lnT>
                    <a:lnB w="7620" cap="flat" cmpd="sng" algn="ctr">
                      <a:solidFill>
                        <a:srgbClr val="904C79"/>
                      </a:solidFill>
                      <a:prstDash val="solid"/>
                      <a:round/>
                      <a:headEnd type="none" w="med" len="med"/>
                      <a:tailEnd type="none" w="med" len="med"/>
                    </a:lnB>
                    <a:noFill/>
                  </a:tcPr>
                </a:tc>
                <a:tc>
                  <a:txBody>
                    <a:bodyPr/>
                    <a:lstStyle/>
                    <a:p>
                      <a:pPr algn="l" fontAlgn="t">
                        <a:buNone/>
                      </a:pPr>
                      <a:r>
                        <a:rPr lang="en-US" sz="1000">
                          <a:effectLst/>
                        </a:rPr>
                        <a:t>Build software Quality assurance unit tests.</a:t>
                      </a:r>
                    </a:p>
                  </a:txBody>
                  <a:tcPr marL="19529" marR="19529" marT="9764" marB="9764">
                    <a:lnL w="7620" cap="flat" cmpd="sng" algn="ctr">
                      <a:solidFill>
                        <a:srgbClr val="905279"/>
                      </a:solidFill>
                      <a:prstDash val="solid"/>
                      <a:round/>
                      <a:headEnd type="none" w="med" len="med"/>
                      <a:tailEnd type="none" w="med" len="med"/>
                    </a:lnL>
                    <a:lnR w="7620" cap="flat" cmpd="sng" algn="ctr">
                      <a:solidFill>
                        <a:srgbClr val="505979"/>
                      </a:solidFill>
                      <a:prstDash val="solid"/>
                      <a:round/>
                      <a:headEnd type="none" w="med" len="med"/>
                      <a:tailEnd type="none" w="med" len="med"/>
                    </a:lnR>
                    <a:lnT w="7620" cap="flat" cmpd="sng" algn="ctr">
                      <a:solidFill>
                        <a:srgbClr val="B05979"/>
                      </a:solidFill>
                      <a:prstDash val="solid"/>
                      <a:round/>
                      <a:headEnd type="none" w="med" len="med"/>
                      <a:tailEnd type="none" w="med" len="med"/>
                    </a:lnT>
                    <a:lnB w="7620" cap="flat" cmpd="sng" algn="ctr">
                      <a:solidFill>
                        <a:srgbClr val="B05379"/>
                      </a:solidFill>
                      <a:prstDash val="solid"/>
                      <a:round/>
                      <a:headEnd type="none" w="med" len="med"/>
                      <a:tailEnd type="none" w="med" len="med"/>
                    </a:lnB>
                    <a:noFill/>
                  </a:tcPr>
                </a:tc>
                <a:tc>
                  <a:txBody>
                    <a:bodyPr/>
                    <a:lstStyle/>
                    <a:p>
                      <a:pPr algn="l" fontAlgn="t">
                        <a:buNone/>
                      </a:pPr>
                      <a:r>
                        <a:rPr lang="en-US" sz="1000">
                          <a:effectLst/>
                        </a:rPr>
                        <a:t>ON</a:t>
                      </a:r>
                    </a:p>
                  </a:txBody>
                  <a:tcPr marL="19529" marR="19529" marT="9764" marB="9764">
                    <a:lnL w="7620" cap="flat" cmpd="sng" algn="ctr">
                      <a:solidFill>
                        <a:srgbClr val="505979"/>
                      </a:solidFill>
                      <a:prstDash val="solid"/>
                      <a:round/>
                      <a:headEnd type="none" w="med" len="med"/>
                      <a:tailEnd type="none" w="med" len="med"/>
                    </a:lnL>
                    <a:lnR w="7620" cap="flat" cmpd="sng" algn="ctr">
                      <a:solidFill>
                        <a:srgbClr val="505679"/>
                      </a:solidFill>
                      <a:prstDash val="solid"/>
                      <a:round/>
                      <a:headEnd type="none" w="med" len="med"/>
                      <a:tailEnd type="none" w="med" len="med"/>
                    </a:lnR>
                    <a:lnT w="7620" cap="flat" cmpd="sng" algn="ctr">
                      <a:solidFill>
                        <a:srgbClr val="505F79"/>
                      </a:solidFill>
                      <a:prstDash val="solid"/>
                      <a:round/>
                      <a:headEnd type="none" w="med" len="med"/>
                      <a:tailEnd type="none" w="med" len="med"/>
                    </a:lnT>
                    <a:lnB w="7620" cap="flat" cmpd="sng" algn="ctr">
                      <a:solidFill>
                        <a:srgbClr val="B05C79"/>
                      </a:solidFill>
                      <a:prstDash val="solid"/>
                      <a:round/>
                      <a:headEnd type="none" w="med" len="med"/>
                      <a:tailEnd type="none" w="med" len="med"/>
                    </a:lnB>
                    <a:noFill/>
                  </a:tcPr>
                </a:tc>
                <a:extLst>
                  <a:ext uri="{0D108BD9-81ED-4DB2-BD59-A6C34878D82A}">
                    <a16:rowId xmlns:a16="http://schemas.microsoft.com/office/drawing/2014/main" val="3547402203"/>
                  </a:ext>
                </a:extLst>
              </a:tr>
              <a:tr h="213506">
                <a:tc>
                  <a:txBody>
                    <a:bodyPr/>
                    <a:lstStyle/>
                    <a:p>
                      <a:pPr algn="l" fontAlgn="t">
                        <a:buNone/>
                      </a:pPr>
                      <a:r>
                        <a:rPr lang="en-US" sz="1000">
                          <a:effectLst/>
                        </a:rPr>
                        <a:t>KICAD_SPICE</a:t>
                      </a:r>
                    </a:p>
                  </a:txBody>
                  <a:tcPr marL="19529" marR="19529" marT="9764" marB="9764">
                    <a:lnL w="7620" cap="flat" cmpd="sng" algn="ctr">
                      <a:solidFill>
                        <a:srgbClr val="F05279"/>
                      </a:solidFill>
                      <a:prstDash val="solid"/>
                      <a:round/>
                      <a:headEnd type="none" w="med" len="med"/>
                      <a:tailEnd type="none" w="med" len="med"/>
                    </a:lnL>
                    <a:lnR w="7620" cap="flat" cmpd="sng" algn="ctr">
                      <a:solidFill>
                        <a:srgbClr val="905579"/>
                      </a:solidFill>
                      <a:prstDash val="solid"/>
                      <a:round/>
                      <a:headEnd type="none" w="med" len="med"/>
                      <a:tailEnd type="none" w="med" len="med"/>
                    </a:lnR>
                    <a:lnT w="7620" cap="flat" cmpd="sng" algn="ctr">
                      <a:solidFill>
                        <a:srgbClr val="904C79"/>
                      </a:solidFill>
                      <a:prstDash val="solid"/>
                      <a:round/>
                      <a:headEnd type="none" w="med" len="med"/>
                      <a:tailEnd type="none" w="med" len="med"/>
                    </a:lnT>
                    <a:lnB w="7620" cap="flat" cmpd="sng" algn="ctr">
                      <a:solidFill>
                        <a:srgbClr val="704E79"/>
                      </a:solidFill>
                      <a:prstDash val="solid"/>
                      <a:round/>
                      <a:headEnd type="none" w="med" len="med"/>
                      <a:tailEnd type="none" w="med" len="med"/>
                    </a:lnB>
                    <a:noFill/>
                  </a:tcPr>
                </a:tc>
                <a:tc>
                  <a:txBody>
                    <a:bodyPr/>
                    <a:lstStyle/>
                    <a:p>
                      <a:pPr algn="l" fontAlgn="t">
                        <a:buNone/>
                      </a:pPr>
                      <a:r>
                        <a:rPr lang="en-US" sz="1000">
                          <a:effectLst/>
                        </a:rPr>
                        <a:t>Build KiCad with internal Spice simulator.</a:t>
                      </a:r>
                    </a:p>
                  </a:txBody>
                  <a:tcPr marL="19529" marR="19529" marT="9764" marB="9764">
                    <a:lnL w="7620" cap="flat" cmpd="sng" algn="ctr">
                      <a:solidFill>
                        <a:srgbClr val="905579"/>
                      </a:solidFill>
                      <a:prstDash val="solid"/>
                      <a:round/>
                      <a:headEnd type="none" w="med" len="med"/>
                      <a:tailEnd type="none" w="med" len="med"/>
                    </a:lnL>
                    <a:lnR w="7620" cap="flat" cmpd="sng" algn="ctr">
                      <a:solidFill>
                        <a:srgbClr val="505F79"/>
                      </a:solidFill>
                      <a:prstDash val="solid"/>
                      <a:round/>
                      <a:headEnd type="none" w="med" len="med"/>
                      <a:tailEnd type="none" w="med" len="med"/>
                    </a:lnR>
                    <a:lnT w="7620" cap="flat" cmpd="sng" algn="ctr">
                      <a:solidFill>
                        <a:srgbClr val="B05379"/>
                      </a:solidFill>
                      <a:prstDash val="solid"/>
                      <a:round/>
                      <a:headEnd type="none" w="med" len="med"/>
                      <a:tailEnd type="none" w="med" len="med"/>
                    </a:lnT>
                    <a:lnB w="7620" cap="flat" cmpd="sng" algn="ctr">
                      <a:solidFill>
                        <a:srgbClr val="905579"/>
                      </a:solidFill>
                      <a:prstDash val="solid"/>
                      <a:round/>
                      <a:headEnd type="none" w="med" len="med"/>
                      <a:tailEnd type="none" w="med" len="med"/>
                    </a:lnB>
                    <a:noFill/>
                  </a:tcPr>
                </a:tc>
                <a:tc>
                  <a:txBody>
                    <a:bodyPr/>
                    <a:lstStyle/>
                    <a:p>
                      <a:pPr algn="l" fontAlgn="t">
                        <a:buNone/>
                      </a:pPr>
                      <a:r>
                        <a:rPr lang="en-US" sz="1000">
                          <a:effectLst/>
                        </a:rPr>
                        <a:t>ON</a:t>
                      </a:r>
                    </a:p>
                  </a:txBody>
                  <a:tcPr marL="19529" marR="19529" marT="9764" marB="9764">
                    <a:lnL w="7620" cap="flat" cmpd="sng" algn="ctr">
                      <a:solidFill>
                        <a:srgbClr val="505F79"/>
                      </a:solidFill>
                      <a:prstDash val="solid"/>
                      <a:round/>
                      <a:headEnd type="none" w="med" len="med"/>
                      <a:tailEnd type="none" w="med" len="med"/>
                    </a:lnL>
                    <a:lnR w="7620" cap="flat" cmpd="sng" algn="ctr">
                      <a:solidFill>
                        <a:srgbClr val="106079"/>
                      </a:solidFill>
                      <a:prstDash val="solid"/>
                      <a:round/>
                      <a:headEnd type="none" w="med" len="med"/>
                      <a:tailEnd type="none" w="med" len="med"/>
                    </a:lnR>
                    <a:lnT w="7620" cap="flat" cmpd="sng" algn="ctr">
                      <a:solidFill>
                        <a:srgbClr val="B05C79"/>
                      </a:solidFill>
                      <a:prstDash val="solid"/>
                      <a:round/>
                      <a:headEnd type="none" w="med" len="med"/>
                      <a:tailEnd type="none" w="med" len="med"/>
                    </a:lnT>
                    <a:lnB w="7620" cap="flat" cmpd="sng" algn="ctr">
                      <a:solidFill>
                        <a:srgbClr val="505F79"/>
                      </a:solidFill>
                      <a:prstDash val="solid"/>
                      <a:round/>
                      <a:headEnd type="none" w="med" len="med"/>
                      <a:tailEnd type="none" w="med" len="med"/>
                    </a:lnB>
                    <a:noFill/>
                  </a:tcPr>
                </a:tc>
                <a:extLst>
                  <a:ext uri="{0D108BD9-81ED-4DB2-BD59-A6C34878D82A}">
                    <a16:rowId xmlns:a16="http://schemas.microsoft.com/office/drawing/2014/main" val="1956999457"/>
                  </a:ext>
                </a:extLst>
              </a:tr>
              <a:tr h="213506">
                <a:tc>
                  <a:txBody>
                    <a:bodyPr/>
                    <a:lstStyle/>
                    <a:p>
                      <a:pPr algn="l" fontAlgn="t">
                        <a:buNone/>
                      </a:pPr>
                      <a:r>
                        <a:rPr lang="en-US" sz="1000">
                          <a:effectLst/>
                        </a:rPr>
                        <a:t>KICAD_BUILD_I18N</a:t>
                      </a:r>
                    </a:p>
                  </a:txBody>
                  <a:tcPr marL="19529" marR="19529" marT="9764" marB="9764">
                    <a:lnL w="7620" cap="flat" cmpd="sng" algn="ctr">
                      <a:solidFill>
                        <a:srgbClr val="105D79"/>
                      </a:solidFill>
                      <a:prstDash val="solid"/>
                      <a:round/>
                      <a:headEnd type="none" w="med" len="med"/>
                      <a:tailEnd type="none" w="med" len="med"/>
                    </a:lnL>
                    <a:lnR w="7620" cap="flat" cmpd="sng" algn="ctr">
                      <a:solidFill>
                        <a:srgbClr val="704E79"/>
                      </a:solidFill>
                      <a:prstDash val="solid"/>
                      <a:round/>
                      <a:headEnd type="none" w="med" len="med"/>
                      <a:tailEnd type="none" w="med" len="med"/>
                    </a:lnR>
                    <a:lnT w="7620" cap="flat" cmpd="sng" algn="ctr">
                      <a:solidFill>
                        <a:srgbClr val="704E79"/>
                      </a:solidFill>
                      <a:prstDash val="solid"/>
                      <a:round/>
                      <a:headEnd type="none" w="med" len="med"/>
                      <a:tailEnd type="none" w="med" len="med"/>
                    </a:lnT>
                    <a:lnB w="7620" cap="flat" cmpd="sng" algn="ctr">
                      <a:solidFill>
                        <a:srgbClr val="B05379"/>
                      </a:solidFill>
                      <a:prstDash val="solid"/>
                      <a:round/>
                      <a:headEnd type="none" w="med" len="med"/>
                      <a:tailEnd type="none" w="med" len="med"/>
                    </a:lnB>
                    <a:noFill/>
                  </a:tcPr>
                </a:tc>
                <a:tc>
                  <a:txBody>
                    <a:bodyPr/>
                    <a:lstStyle/>
                    <a:p>
                      <a:pPr algn="l" fontAlgn="t">
                        <a:buNone/>
                      </a:pPr>
                      <a:r>
                        <a:rPr lang="en-US" sz="1000">
                          <a:effectLst/>
                        </a:rPr>
                        <a:t>Build the translation language libraries</a:t>
                      </a:r>
                    </a:p>
                  </a:txBody>
                  <a:tcPr marL="19529" marR="19529" marT="9764" marB="9764">
                    <a:lnL w="7620" cap="flat" cmpd="sng" algn="ctr">
                      <a:solidFill>
                        <a:srgbClr val="704E79"/>
                      </a:solidFill>
                      <a:prstDash val="solid"/>
                      <a:round/>
                      <a:headEnd type="none" w="med" len="med"/>
                      <a:tailEnd type="none" w="med" len="med"/>
                    </a:lnL>
                    <a:lnR w="7620" cap="flat" cmpd="sng" algn="ctr">
                      <a:solidFill>
                        <a:srgbClr val="B05979"/>
                      </a:solidFill>
                      <a:prstDash val="solid"/>
                      <a:round/>
                      <a:headEnd type="none" w="med" len="med"/>
                      <a:tailEnd type="none" w="med" len="med"/>
                    </a:lnR>
                    <a:lnT w="7620" cap="flat" cmpd="sng" algn="ctr">
                      <a:solidFill>
                        <a:srgbClr val="905579"/>
                      </a:solidFill>
                      <a:prstDash val="solid"/>
                      <a:round/>
                      <a:headEnd type="none" w="med" len="med"/>
                      <a:tailEnd type="none" w="med" len="med"/>
                    </a:lnT>
                    <a:lnB w="7620" cap="flat" cmpd="sng" algn="ctr">
                      <a:solidFill>
                        <a:srgbClr val="D04B79"/>
                      </a:solidFill>
                      <a:prstDash val="solid"/>
                      <a:round/>
                      <a:headEnd type="none" w="med" len="med"/>
                      <a:tailEnd type="none" w="med" len="med"/>
                    </a:lnB>
                    <a:noFill/>
                  </a:tcPr>
                </a:tc>
                <a:tc>
                  <a:txBody>
                    <a:bodyPr/>
                    <a:lstStyle/>
                    <a:p>
                      <a:pPr algn="l" fontAlgn="t">
                        <a:buNone/>
                      </a:pPr>
                      <a:r>
                        <a:rPr lang="en-US" sz="1000">
                          <a:effectLst/>
                        </a:rPr>
                        <a:t>OFF</a:t>
                      </a:r>
                    </a:p>
                  </a:txBody>
                  <a:tcPr marL="19529" marR="19529" marT="9764" marB="9764">
                    <a:lnL w="7620" cap="flat" cmpd="sng" algn="ctr">
                      <a:solidFill>
                        <a:srgbClr val="B05979"/>
                      </a:solidFill>
                      <a:prstDash val="solid"/>
                      <a:round/>
                      <a:headEnd type="none" w="med" len="med"/>
                      <a:tailEnd type="none" w="med" len="med"/>
                    </a:lnL>
                    <a:lnR w="7620" cap="flat" cmpd="sng" algn="ctr">
                      <a:solidFill>
                        <a:srgbClr val="D04B79"/>
                      </a:solidFill>
                      <a:prstDash val="solid"/>
                      <a:round/>
                      <a:headEnd type="none" w="med" len="med"/>
                      <a:tailEnd type="none" w="med" len="med"/>
                    </a:lnR>
                    <a:lnT w="7620" cap="flat" cmpd="sng" algn="ctr">
                      <a:solidFill>
                        <a:srgbClr val="505F79"/>
                      </a:solidFill>
                      <a:prstDash val="solid"/>
                      <a:round/>
                      <a:headEnd type="none" w="med" len="med"/>
                      <a:tailEnd type="none" w="med" len="med"/>
                    </a:lnT>
                    <a:lnB w="7620" cap="flat" cmpd="sng" algn="ctr">
                      <a:solidFill>
                        <a:srgbClr val="905279"/>
                      </a:solidFill>
                      <a:prstDash val="solid"/>
                      <a:round/>
                      <a:headEnd type="none" w="med" len="med"/>
                      <a:tailEnd type="none" w="med" len="med"/>
                    </a:lnB>
                    <a:noFill/>
                  </a:tcPr>
                </a:tc>
                <a:extLst>
                  <a:ext uri="{0D108BD9-81ED-4DB2-BD59-A6C34878D82A}">
                    <a16:rowId xmlns:a16="http://schemas.microsoft.com/office/drawing/2014/main" val="3525938858"/>
                  </a:ext>
                </a:extLst>
              </a:tr>
              <a:tr h="535016">
                <a:tc>
                  <a:txBody>
                    <a:bodyPr/>
                    <a:lstStyle/>
                    <a:p>
                      <a:pPr algn="l" fontAlgn="t">
                        <a:buNone/>
                      </a:pPr>
                      <a:r>
                        <a:rPr lang="en-US" sz="1000">
                          <a:effectLst/>
                        </a:rPr>
                        <a:t>KICAD_I18N_UNIX_STRICT_PATH</a:t>
                      </a:r>
                    </a:p>
                  </a:txBody>
                  <a:tcPr marL="19529" marR="19529" marT="9764" marB="9764">
                    <a:lnL w="7620" cap="flat" cmpd="sng" algn="ctr">
                      <a:solidFill>
                        <a:srgbClr val="D04B79"/>
                      </a:solidFill>
                      <a:prstDash val="solid"/>
                      <a:round/>
                      <a:headEnd type="none" w="med" len="med"/>
                      <a:tailEnd type="none" w="med" len="med"/>
                    </a:lnL>
                    <a:lnR w="7620" cap="flat" cmpd="sng" algn="ctr">
                      <a:solidFill>
                        <a:srgbClr val="B05079"/>
                      </a:solidFill>
                      <a:prstDash val="solid"/>
                      <a:round/>
                      <a:headEnd type="none" w="med" len="med"/>
                      <a:tailEnd type="none" w="med" len="med"/>
                    </a:lnR>
                    <a:lnT w="7620" cap="flat" cmpd="sng" algn="ctr">
                      <a:solidFill>
                        <a:srgbClr val="B05379"/>
                      </a:solidFill>
                      <a:prstDash val="solid"/>
                      <a:round/>
                      <a:headEnd type="none" w="med" len="med"/>
                      <a:tailEnd type="none" w="med" len="med"/>
                    </a:lnT>
                    <a:lnB w="7620" cap="flat" cmpd="sng" algn="ctr">
                      <a:solidFill>
                        <a:srgbClr val="905579"/>
                      </a:solidFill>
                      <a:prstDash val="solid"/>
                      <a:round/>
                      <a:headEnd type="none" w="med" len="med"/>
                      <a:tailEnd type="none" w="med" len="med"/>
                    </a:lnB>
                    <a:noFill/>
                  </a:tcPr>
                </a:tc>
                <a:tc>
                  <a:txBody>
                    <a:bodyPr/>
                    <a:lstStyle/>
                    <a:p>
                      <a:pPr algn="l" fontAlgn="t">
                        <a:buNone/>
                      </a:pPr>
                      <a:r>
                        <a:rPr lang="en-US" sz="1000">
                          <a:effectLst/>
                        </a:rPr>
                        <a:t>Install the language libraries to the standard UNIX install path of ${CMAKE_INSTALL_PREFIX}/share/locale</a:t>
                      </a:r>
                    </a:p>
                  </a:txBody>
                  <a:tcPr marL="19529" marR="19529" marT="9764" marB="9764">
                    <a:lnL w="7620" cap="flat" cmpd="sng" algn="ctr">
                      <a:solidFill>
                        <a:srgbClr val="B05079"/>
                      </a:solidFill>
                      <a:prstDash val="solid"/>
                      <a:round/>
                      <a:headEnd type="none" w="med" len="med"/>
                      <a:tailEnd type="none" w="med" len="med"/>
                    </a:lnL>
                    <a:lnR w="7620" cap="flat" cmpd="sng" algn="ctr">
                      <a:solidFill>
                        <a:srgbClr val="B05C79"/>
                      </a:solidFill>
                      <a:prstDash val="solid"/>
                      <a:round/>
                      <a:headEnd type="none" w="med" len="med"/>
                      <a:tailEnd type="none" w="med" len="med"/>
                    </a:lnR>
                    <a:lnT w="7620" cap="flat" cmpd="sng" algn="ctr">
                      <a:solidFill>
                        <a:srgbClr val="D04B79"/>
                      </a:solidFill>
                      <a:prstDash val="solid"/>
                      <a:round/>
                      <a:headEnd type="none" w="med" len="med"/>
                      <a:tailEnd type="none" w="med" len="med"/>
                    </a:lnT>
                    <a:lnB w="7620" cap="flat" cmpd="sng" algn="ctr">
                      <a:solidFill>
                        <a:srgbClr val="105D79"/>
                      </a:solidFill>
                      <a:prstDash val="solid"/>
                      <a:round/>
                      <a:headEnd type="none" w="med" len="med"/>
                      <a:tailEnd type="none" w="med" len="med"/>
                    </a:lnB>
                    <a:noFill/>
                  </a:tcPr>
                </a:tc>
                <a:tc>
                  <a:txBody>
                    <a:bodyPr/>
                    <a:lstStyle/>
                    <a:p>
                      <a:pPr algn="l" fontAlgn="t">
                        <a:buNone/>
                      </a:pPr>
                      <a:r>
                        <a:rPr lang="en-US" sz="1000">
                          <a:effectLst/>
                        </a:rPr>
                        <a:t>OFF</a:t>
                      </a:r>
                    </a:p>
                  </a:txBody>
                  <a:tcPr marL="19529" marR="19529" marT="9764" marB="9764">
                    <a:lnL w="7620" cap="flat" cmpd="sng" algn="ctr">
                      <a:solidFill>
                        <a:srgbClr val="B05C79"/>
                      </a:solidFill>
                      <a:prstDash val="solid"/>
                      <a:round/>
                      <a:headEnd type="none" w="med" len="med"/>
                      <a:tailEnd type="none" w="med" len="med"/>
                    </a:lnL>
                    <a:lnR w="7620" cap="flat" cmpd="sng" algn="ctr">
                      <a:solidFill>
                        <a:srgbClr val="905579"/>
                      </a:solidFill>
                      <a:prstDash val="solid"/>
                      <a:round/>
                      <a:headEnd type="none" w="med" len="med"/>
                      <a:tailEnd type="none" w="med" len="med"/>
                    </a:lnR>
                    <a:lnT w="7620" cap="flat" cmpd="sng" algn="ctr">
                      <a:solidFill>
                        <a:srgbClr val="905279"/>
                      </a:solidFill>
                      <a:prstDash val="solid"/>
                      <a:round/>
                      <a:headEnd type="none" w="med" len="med"/>
                      <a:tailEnd type="none" w="med" len="med"/>
                    </a:lnT>
                    <a:lnB w="7620" cap="flat" cmpd="sng" algn="ctr">
                      <a:solidFill>
                        <a:srgbClr val="D04B79"/>
                      </a:solidFill>
                      <a:prstDash val="solid"/>
                      <a:round/>
                      <a:headEnd type="none" w="med" len="med"/>
                      <a:tailEnd type="none" w="med" len="med"/>
                    </a:lnB>
                    <a:noFill/>
                  </a:tcPr>
                </a:tc>
                <a:extLst>
                  <a:ext uri="{0D108BD9-81ED-4DB2-BD59-A6C34878D82A}">
                    <a16:rowId xmlns:a16="http://schemas.microsoft.com/office/drawing/2014/main" val="1581869127"/>
                  </a:ext>
                </a:extLst>
              </a:tr>
              <a:tr h="1499549">
                <a:tc>
                  <a:txBody>
                    <a:bodyPr/>
                    <a:lstStyle/>
                    <a:p>
                      <a:pPr algn="l" fontAlgn="t">
                        <a:buNone/>
                      </a:pPr>
                      <a:r>
                        <a:rPr lang="en-US" sz="1000">
                          <a:effectLst/>
                        </a:rPr>
                        <a:t>BUILD_SMALL_DEBUG_FILES</a:t>
                      </a:r>
                    </a:p>
                  </a:txBody>
                  <a:tcPr marL="19529" marR="19529" marT="9764" marB="9764">
                    <a:lnL w="7620" cap="flat" cmpd="sng" algn="ctr">
                      <a:solidFill>
                        <a:srgbClr val="105A79"/>
                      </a:solidFill>
                      <a:prstDash val="solid"/>
                      <a:round/>
                      <a:headEnd type="none" w="med" len="med"/>
                      <a:tailEnd type="none" w="med" len="med"/>
                    </a:lnL>
                    <a:lnR w="7620" cap="flat" cmpd="sng" algn="ctr">
                      <a:solidFill>
                        <a:srgbClr val="B05979"/>
                      </a:solidFill>
                      <a:prstDash val="solid"/>
                      <a:round/>
                      <a:headEnd type="none" w="med" len="med"/>
                      <a:tailEnd type="none" w="med" len="med"/>
                    </a:lnR>
                    <a:lnT w="7620" cap="flat" cmpd="sng" algn="ctr">
                      <a:solidFill>
                        <a:srgbClr val="905579"/>
                      </a:solidFill>
                      <a:prstDash val="solid"/>
                      <a:round/>
                      <a:headEnd type="none" w="med" len="med"/>
                      <a:tailEnd type="none" w="med" len="med"/>
                    </a:lnT>
                    <a:lnB w="7620" cap="flat" cmpd="sng" algn="ctr">
                      <a:solidFill>
                        <a:srgbClr val="704E79"/>
                      </a:solidFill>
                      <a:prstDash val="solid"/>
                      <a:round/>
                      <a:headEnd type="none" w="med" len="med"/>
                      <a:tailEnd type="none" w="med" len="med"/>
                    </a:lnB>
                    <a:noFill/>
                  </a:tcPr>
                </a:tc>
                <a:tc>
                  <a:txBody>
                    <a:bodyPr/>
                    <a:lstStyle/>
                    <a:p>
                      <a:pPr algn="l" fontAlgn="t">
                        <a:buNone/>
                      </a:pPr>
                      <a:r>
                        <a:rPr lang="en-US" sz="1000">
                          <a:effectLst/>
                        </a:rPr>
                        <a:t>In debug build: create smaller binaries. On Windows, binaries created by link option -g3 are </a:t>
                      </a:r>
                      <a:r>
                        <a:rPr lang="en-US" sz="1000" b="1">
                          <a:effectLst/>
                        </a:rPr>
                        <a:t>very large</a:t>
                      </a:r>
                      <a:r>
                        <a:rPr lang="en-US" sz="1000">
                          <a:effectLst/>
                        </a:rPr>
                        <a:t> (more than 1Gb for Pcbnew, and more than 3Gb for the full KiCad suite). This option create binaries using link option -g1 that create much smaller files, but there are less info in debug (However the file names and line numbers are available).</a:t>
                      </a:r>
                    </a:p>
                  </a:txBody>
                  <a:tcPr marL="19529" marR="19529" marT="9764" marB="9764">
                    <a:lnL w="7620" cap="flat" cmpd="sng" algn="ctr">
                      <a:solidFill>
                        <a:srgbClr val="B05979"/>
                      </a:solidFill>
                      <a:prstDash val="solid"/>
                      <a:round/>
                      <a:headEnd type="none" w="med" len="med"/>
                      <a:tailEnd type="none" w="med" len="med"/>
                    </a:lnL>
                    <a:lnR w="7620" cap="flat" cmpd="sng" algn="ctr">
                      <a:solidFill>
                        <a:srgbClr val="904C79"/>
                      </a:solidFill>
                      <a:prstDash val="solid"/>
                      <a:round/>
                      <a:headEnd type="none" w="med" len="med"/>
                      <a:tailEnd type="none" w="med" len="med"/>
                    </a:lnR>
                    <a:lnT w="7620" cap="flat" cmpd="sng" algn="ctr">
                      <a:solidFill>
                        <a:srgbClr val="105D79"/>
                      </a:solidFill>
                      <a:prstDash val="solid"/>
                      <a:round/>
                      <a:headEnd type="none" w="med" len="med"/>
                      <a:tailEnd type="none" w="med" len="med"/>
                    </a:lnT>
                    <a:lnB w="7620" cap="flat" cmpd="sng" algn="ctr">
                      <a:solidFill>
                        <a:srgbClr val="105D79"/>
                      </a:solidFill>
                      <a:prstDash val="solid"/>
                      <a:round/>
                      <a:headEnd type="none" w="med" len="med"/>
                      <a:tailEnd type="none" w="med" len="med"/>
                    </a:lnB>
                    <a:noFill/>
                  </a:tcPr>
                </a:tc>
                <a:tc>
                  <a:txBody>
                    <a:bodyPr/>
                    <a:lstStyle/>
                    <a:p>
                      <a:pPr algn="l" fontAlgn="t">
                        <a:buNone/>
                      </a:pPr>
                      <a:r>
                        <a:rPr lang="en-US" sz="1000">
                          <a:effectLst/>
                        </a:rPr>
                        <a:t>OFF</a:t>
                      </a:r>
                    </a:p>
                  </a:txBody>
                  <a:tcPr marL="19529" marR="19529" marT="9764" marB="9764">
                    <a:lnL w="7620" cap="flat" cmpd="sng" algn="ctr">
                      <a:solidFill>
                        <a:srgbClr val="904C79"/>
                      </a:solidFill>
                      <a:prstDash val="solid"/>
                      <a:round/>
                      <a:headEnd type="none" w="med" len="med"/>
                      <a:tailEnd type="none" w="med" len="med"/>
                    </a:lnL>
                    <a:lnR w="7620" cap="flat" cmpd="sng" algn="ctr">
                      <a:solidFill>
                        <a:srgbClr val="B05C79"/>
                      </a:solidFill>
                      <a:prstDash val="solid"/>
                      <a:round/>
                      <a:headEnd type="none" w="med" len="med"/>
                      <a:tailEnd type="none" w="med" len="med"/>
                    </a:lnR>
                    <a:lnT w="7620" cap="flat" cmpd="sng" algn="ctr">
                      <a:solidFill>
                        <a:srgbClr val="D04B79"/>
                      </a:solidFill>
                      <a:prstDash val="solid"/>
                      <a:round/>
                      <a:headEnd type="none" w="med" len="med"/>
                      <a:tailEnd type="none" w="med" len="med"/>
                    </a:lnT>
                    <a:lnB w="7620" cap="flat" cmpd="sng" algn="ctr">
                      <a:solidFill>
                        <a:srgbClr val="704E79"/>
                      </a:solidFill>
                      <a:prstDash val="solid"/>
                      <a:round/>
                      <a:headEnd type="none" w="med" len="med"/>
                      <a:tailEnd type="none" w="med" len="med"/>
                    </a:lnB>
                    <a:noFill/>
                  </a:tcPr>
                </a:tc>
                <a:extLst>
                  <a:ext uri="{0D108BD9-81ED-4DB2-BD59-A6C34878D82A}">
                    <a16:rowId xmlns:a16="http://schemas.microsoft.com/office/drawing/2014/main" val="1392022464"/>
                  </a:ext>
                </a:extLst>
              </a:tr>
              <a:tr h="920829">
                <a:tc>
                  <a:txBody>
                    <a:bodyPr/>
                    <a:lstStyle/>
                    <a:p>
                      <a:pPr algn="l" fontAlgn="t">
                        <a:buNone/>
                      </a:pPr>
                      <a:r>
                        <a:rPr lang="en-US" sz="1000">
                          <a:effectLst/>
                        </a:rPr>
                        <a:t>MAINTAIN_PNGS</a:t>
                      </a:r>
                    </a:p>
                  </a:txBody>
                  <a:tcPr marL="19529" marR="19529" marT="9764" marB="9764">
                    <a:lnL w="7620" cap="flat" cmpd="sng" algn="ctr">
                      <a:solidFill>
                        <a:srgbClr val="904C79"/>
                      </a:solidFill>
                      <a:prstDash val="solid"/>
                      <a:round/>
                      <a:headEnd type="none" w="med" len="med"/>
                      <a:tailEnd type="none" w="med" len="med"/>
                    </a:lnL>
                    <a:lnR w="7620" cap="flat" cmpd="sng" algn="ctr">
                      <a:solidFill>
                        <a:srgbClr val="105A79"/>
                      </a:solidFill>
                      <a:prstDash val="solid"/>
                      <a:round/>
                      <a:headEnd type="none" w="med" len="med"/>
                      <a:tailEnd type="none" w="med" len="med"/>
                    </a:lnR>
                    <a:lnT w="7620" cap="flat" cmpd="sng" algn="ctr">
                      <a:solidFill>
                        <a:srgbClr val="704E79"/>
                      </a:solidFill>
                      <a:prstDash val="solid"/>
                      <a:round/>
                      <a:headEnd type="none" w="med" len="med"/>
                      <a:tailEnd type="none" w="med" len="med"/>
                    </a:lnT>
                    <a:lnB w="7620" cap="flat" cmpd="sng" algn="ctr">
                      <a:solidFill>
                        <a:srgbClr val="B05C79"/>
                      </a:solidFill>
                      <a:prstDash val="solid"/>
                      <a:round/>
                      <a:headEnd type="none" w="med" len="med"/>
                      <a:tailEnd type="none" w="med" len="med"/>
                    </a:lnB>
                    <a:noFill/>
                  </a:tcPr>
                </a:tc>
                <a:tc>
                  <a:txBody>
                    <a:bodyPr/>
                    <a:lstStyle/>
                    <a:p>
                      <a:pPr algn="l" fontAlgn="t">
                        <a:buNone/>
                      </a:pPr>
                      <a:r>
                        <a:rPr lang="en-US" sz="1000">
                          <a:effectLst/>
                        </a:rPr>
                        <a:t>Allow build/rebuild bitmap icons used in menus from the corresponding .svg file. Set to true if you are a PNG maintainer and have the required tools given in the bitmaps_png/CMakeLists.txt file.</a:t>
                      </a:r>
                    </a:p>
                  </a:txBody>
                  <a:tcPr marL="19529" marR="19529" marT="9764" marB="9764">
                    <a:lnL w="7620" cap="flat" cmpd="sng" algn="ctr">
                      <a:solidFill>
                        <a:srgbClr val="105A79"/>
                      </a:solidFill>
                      <a:prstDash val="solid"/>
                      <a:round/>
                      <a:headEnd type="none" w="med" len="med"/>
                      <a:tailEnd type="none" w="med" len="med"/>
                    </a:lnL>
                    <a:lnR w="7620" cap="flat" cmpd="sng" algn="ctr">
                      <a:solidFill>
                        <a:srgbClr val="B05C79"/>
                      </a:solidFill>
                      <a:prstDash val="solid"/>
                      <a:round/>
                      <a:headEnd type="none" w="med" len="med"/>
                      <a:tailEnd type="none" w="med" len="med"/>
                    </a:lnR>
                    <a:lnT w="7620" cap="flat" cmpd="sng" algn="ctr">
                      <a:solidFill>
                        <a:srgbClr val="105D79"/>
                      </a:solidFill>
                      <a:prstDash val="solid"/>
                      <a:round/>
                      <a:headEnd type="none" w="med" len="med"/>
                      <a:tailEnd type="none" w="med" len="med"/>
                    </a:lnT>
                    <a:lnB w="7620" cap="flat" cmpd="sng" algn="ctr">
                      <a:solidFill>
                        <a:srgbClr val="905579"/>
                      </a:solidFill>
                      <a:prstDash val="solid"/>
                      <a:round/>
                      <a:headEnd type="none" w="med" len="med"/>
                      <a:tailEnd type="none" w="med" len="med"/>
                    </a:lnB>
                    <a:noFill/>
                  </a:tcPr>
                </a:tc>
                <a:tc>
                  <a:txBody>
                    <a:bodyPr/>
                    <a:lstStyle/>
                    <a:p>
                      <a:pPr algn="l" fontAlgn="t">
                        <a:buNone/>
                      </a:pPr>
                      <a:r>
                        <a:rPr lang="en-US" sz="1000">
                          <a:effectLst/>
                        </a:rPr>
                        <a:t>OFF</a:t>
                      </a:r>
                    </a:p>
                  </a:txBody>
                  <a:tcPr marL="19529" marR="19529" marT="9764" marB="9764">
                    <a:lnL w="7620" cap="flat" cmpd="sng" algn="ctr">
                      <a:solidFill>
                        <a:srgbClr val="B05C79"/>
                      </a:solidFill>
                      <a:prstDash val="solid"/>
                      <a:round/>
                      <a:headEnd type="none" w="med" len="med"/>
                      <a:tailEnd type="none" w="med" len="med"/>
                    </a:lnL>
                    <a:lnR w="7620" cap="flat" cmpd="sng" algn="ctr">
                      <a:solidFill>
                        <a:srgbClr val="D04B79"/>
                      </a:solidFill>
                      <a:prstDash val="solid"/>
                      <a:round/>
                      <a:headEnd type="none" w="med" len="med"/>
                      <a:tailEnd type="none" w="med" len="med"/>
                    </a:lnR>
                    <a:lnT w="7620" cap="flat" cmpd="sng" algn="ctr">
                      <a:solidFill>
                        <a:srgbClr val="704E79"/>
                      </a:solidFill>
                      <a:prstDash val="solid"/>
                      <a:round/>
                      <a:headEnd type="none" w="med" len="med"/>
                      <a:tailEnd type="none" w="med" len="med"/>
                    </a:lnT>
                    <a:lnB w="7620" cap="flat" cmpd="sng" algn="ctr">
                      <a:solidFill>
                        <a:srgbClr val="905579"/>
                      </a:solidFill>
                      <a:prstDash val="solid"/>
                      <a:round/>
                      <a:headEnd type="none" w="med" len="med"/>
                      <a:tailEnd type="none" w="med" len="med"/>
                    </a:lnB>
                    <a:noFill/>
                  </a:tcPr>
                </a:tc>
                <a:extLst>
                  <a:ext uri="{0D108BD9-81ED-4DB2-BD59-A6C34878D82A}">
                    <a16:rowId xmlns:a16="http://schemas.microsoft.com/office/drawing/2014/main" val="2330738661"/>
                  </a:ext>
                </a:extLst>
              </a:tr>
              <a:tr h="342110">
                <a:tc>
                  <a:txBody>
                    <a:bodyPr/>
                    <a:lstStyle/>
                    <a:p>
                      <a:pPr algn="l" fontAlgn="t">
                        <a:buNone/>
                      </a:pPr>
                      <a:r>
                        <a:rPr lang="en-US" sz="1000">
                          <a:effectLst/>
                        </a:rPr>
                        <a:t>KICAD_IPC_API</a:t>
                      </a:r>
                    </a:p>
                  </a:txBody>
                  <a:tcPr marL="19529" marR="19529" marT="9764" marB="9764">
                    <a:lnL w="7620" cap="flat" cmpd="sng" algn="ctr">
                      <a:solidFill>
                        <a:srgbClr val="505F79"/>
                      </a:solidFill>
                      <a:prstDash val="solid"/>
                      <a:round/>
                      <a:headEnd type="none" w="med" len="med"/>
                      <a:tailEnd type="none" w="med" len="med"/>
                    </a:lnL>
                    <a:lnR w="7620" cap="flat" cmpd="sng" algn="ctr">
                      <a:solidFill>
                        <a:srgbClr val="904C79"/>
                      </a:solidFill>
                      <a:prstDash val="solid"/>
                      <a:round/>
                      <a:headEnd type="none" w="med" len="med"/>
                      <a:tailEnd type="none" w="med" len="med"/>
                    </a:lnR>
                    <a:lnT w="7620" cap="flat" cmpd="sng" algn="ctr">
                      <a:solidFill>
                        <a:srgbClr val="B05C79"/>
                      </a:solidFill>
                      <a:prstDash val="solid"/>
                      <a:round/>
                      <a:headEnd type="none" w="med" len="med"/>
                      <a:tailEnd type="none" w="med" len="med"/>
                    </a:lnT>
                    <a:lnB w="7620" cap="flat" cmpd="sng" algn="ctr">
                      <a:solidFill>
                        <a:srgbClr val="D04B79"/>
                      </a:solidFill>
                      <a:prstDash val="solid"/>
                      <a:round/>
                      <a:headEnd type="none" w="med" len="med"/>
                      <a:tailEnd type="none" w="med" len="med"/>
                    </a:lnB>
                    <a:noFill/>
                  </a:tcPr>
                </a:tc>
                <a:tc>
                  <a:txBody>
                    <a:bodyPr/>
                    <a:lstStyle/>
                    <a:p>
                      <a:pPr algn="l" fontAlgn="t">
                        <a:buNone/>
                      </a:pPr>
                      <a:r>
                        <a:rPr lang="en-US" sz="1000">
                          <a:effectLst/>
                        </a:rPr>
                        <a:t>Build KiCad with support for the IPC API server (requires the nng library)</a:t>
                      </a:r>
                    </a:p>
                  </a:txBody>
                  <a:tcPr marL="19529" marR="19529" marT="9764" marB="9764">
                    <a:lnL w="7620" cap="flat" cmpd="sng" algn="ctr">
                      <a:solidFill>
                        <a:srgbClr val="904C79"/>
                      </a:solidFill>
                      <a:prstDash val="solid"/>
                      <a:round/>
                      <a:headEnd type="none" w="med" len="med"/>
                      <a:tailEnd type="none" w="med" len="med"/>
                    </a:lnL>
                    <a:lnR w="7620" cap="flat" cmpd="sng" algn="ctr">
                      <a:solidFill>
                        <a:srgbClr val="D04B79"/>
                      </a:solidFill>
                      <a:prstDash val="solid"/>
                      <a:round/>
                      <a:headEnd type="none" w="med" len="med"/>
                      <a:tailEnd type="none" w="med" len="med"/>
                    </a:lnR>
                    <a:lnT w="7620" cap="flat" cmpd="sng" algn="ctr">
                      <a:solidFill>
                        <a:srgbClr val="905579"/>
                      </a:solidFill>
                      <a:prstDash val="solid"/>
                      <a:round/>
                      <a:headEnd type="none" w="med" len="med"/>
                      <a:tailEnd type="none" w="med" len="med"/>
                    </a:lnT>
                    <a:lnB w="7620" cap="flat" cmpd="sng" algn="ctr">
                      <a:solidFill>
                        <a:srgbClr val="505679"/>
                      </a:solidFill>
                      <a:prstDash val="solid"/>
                      <a:round/>
                      <a:headEnd type="none" w="med" len="med"/>
                      <a:tailEnd type="none" w="med" len="med"/>
                    </a:lnB>
                    <a:noFill/>
                  </a:tcPr>
                </a:tc>
                <a:tc>
                  <a:txBody>
                    <a:bodyPr/>
                    <a:lstStyle/>
                    <a:p>
                      <a:pPr algn="l" fontAlgn="t">
                        <a:buNone/>
                      </a:pPr>
                      <a:r>
                        <a:rPr lang="en-US" sz="1000" dirty="0">
                          <a:effectLst/>
                        </a:rPr>
                        <a:t>ON</a:t>
                      </a:r>
                    </a:p>
                  </a:txBody>
                  <a:tcPr marL="19529" marR="19529" marT="9764" marB="9764">
                    <a:lnL w="7620" cap="flat" cmpd="sng" algn="ctr">
                      <a:solidFill>
                        <a:srgbClr val="D04B79"/>
                      </a:solidFill>
                      <a:prstDash val="solid"/>
                      <a:round/>
                      <a:headEnd type="none" w="med" len="med"/>
                      <a:tailEnd type="none" w="med" len="med"/>
                    </a:lnL>
                    <a:lnR w="7620" cap="flat" cmpd="sng" algn="ctr">
                      <a:solidFill>
                        <a:srgbClr val="B05079"/>
                      </a:solidFill>
                      <a:prstDash val="solid"/>
                      <a:round/>
                      <a:headEnd type="none" w="med" len="med"/>
                      <a:tailEnd type="none" w="med" len="med"/>
                    </a:lnR>
                    <a:lnT w="7620" cap="flat" cmpd="sng" algn="ctr">
                      <a:solidFill>
                        <a:srgbClr val="905579"/>
                      </a:solidFill>
                      <a:prstDash val="solid"/>
                      <a:round/>
                      <a:headEnd type="none" w="med" len="med"/>
                      <a:tailEnd type="none" w="med" len="med"/>
                    </a:lnT>
                    <a:lnB w="7620" cap="flat" cmpd="sng" algn="ctr">
                      <a:solidFill>
                        <a:srgbClr val="106079"/>
                      </a:solidFill>
                      <a:prstDash val="solid"/>
                      <a:round/>
                      <a:headEnd type="none" w="med" len="med"/>
                      <a:tailEnd type="none" w="med" len="med"/>
                    </a:lnB>
                    <a:noFill/>
                  </a:tcPr>
                </a:tc>
                <a:extLst>
                  <a:ext uri="{0D108BD9-81ED-4DB2-BD59-A6C34878D82A}">
                    <a16:rowId xmlns:a16="http://schemas.microsoft.com/office/drawing/2014/main" val="963186418"/>
                  </a:ext>
                </a:extLst>
              </a:tr>
            </a:tbl>
          </a:graphicData>
        </a:graphic>
      </p:graphicFrame>
    </p:spTree>
    <p:extLst>
      <p:ext uri="{BB962C8B-B14F-4D97-AF65-F5344CB8AC3E}">
        <p14:creationId xmlns:p14="http://schemas.microsoft.com/office/powerpoint/2010/main" val="21481450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00A2E-5D4F-F801-713A-30C07B7432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53FAD-23CC-4971-F81E-813632E28D1A}"/>
              </a:ext>
            </a:extLst>
          </p:cNvPr>
          <p:cNvSpPr>
            <a:spLocks noGrp="1"/>
          </p:cNvSpPr>
          <p:nvPr>
            <p:ph type="title"/>
          </p:nvPr>
        </p:nvSpPr>
        <p:spPr>
          <a:xfrm>
            <a:off x="4880665" y="3249969"/>
            <a:ext cx="4011408" cy="514350"/>
          </a:xfrm>
        </p:spPr>
        <p:txBody>
          <a:bodyPr>
            <a:normAutofit fontScale="90000"/>
          </a:bodyPr>
          <a:lstStyle/>
          <a:p>
            <a:r>
              <a:rPr lang="en-US" altLang="zh-CN" dirty="0"/>
              <a:t>Scripting</a:t>
            </a:r>
            <a:r>
              <a:rPr lang="zh-CN" altLang="en-US" dirty="0"/>
              <a:t>篇</a:t>
            </a:r>
            <a:endParaRPr lang="en-US" dirty="0"/>
          </a:p>
        </p:txBody>
      </p:sp>
    </p:spTree>
    <p:extLst>
      <p:ext uri="{BB962C8B-B14F-4D97-AF65-F5344CB8AC3E}">
        <p14:creationId xmlns:p14="http://schemas.microsoft.com/office/powerpoint/2010/main" val="27619662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1486F-98A7-9614-E60A-85A770252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CE480-DCA4-DA6C-EB66-ACFC5C48481B}"/>
              </a:ext>
            </a:extLst>
          </p:cNvPr>
          <p:cNvSpPr>
            <a:spLocks noGrp="1"/>
          </p:cNvSpPr>
          <p:nvPr>
            <p:ph type="title"/>
          </p:nvPr>
        </p:nvSpPr>
        <p:spPr/>
        <p:txBody>
          <a:bodyPr/>
          <a:lstStyle/>
          <a:p>
            <a:r>
              <a:rPr lang="en-US" dirty="0"/>
              <a:t>SWIG</a:t>
            </a:r>
            <a:r>
              <a:rPr lang="zh-CN" altLang="en-US" dirty="0"/>
              <a:t>简介</a:t>
            </a:r>
            <a:endParaRPr lang="en-US" dirty="0"/>
          </a:p>
        </p:txBody>
      </p:sp>
      <p:pic>
        <p:nvPicPr>
          <p:cNvPr id="4" name="Graphic 3">
            <a:extLst>
              <a:ext uri="{FF2B5EF4-FFF2-40B4-BE49-F238E27FC236}">
                <a16:creationId xmlns:a16="http://schemas.microsoft.com/office/drawing/2014/main" id="{3E1E46B7-00CA-07AB-B61B-12A18C8233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92924" y="1571402"/>
            <a:ext cx="9227162" cy="4662488"/>
          </a:xfrm>
          <a:prstGeom prst="rect">
            <a:avLst/>
          </a:prstGeom>
        </p:spPr>
      </p:pic>
    </p:spTree>
    <p:extLst>
      <p:ext uri="{BB962C8B-B14F-4D97-AF65-F5344CB8AC3E}">
        <p14:creationId xmlns:p14="http://schemas.microsoft.com/office/powerpoint/2010/main" val="14969405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4F1B5-16EE-4A43-20D6-EA323D1EC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9D1E10-4BF2-8531-ED1B-5CB174171234}"/>
              </a:ext>
            </a:extLst>
          </p:cNvPr>
          <p:cNvSpPr>
            <a:spLocks noGrp="1"/>
          </p:cNvSpPr>
          <p:nvPr>
            <p:ph type="title"/>
          </p:nvPr>
        </p:nvSpPr>
        <p:spPr/>
        <p:txBody>
          <a:bodyPr/>
          <a:lstStyle/>
          <a:p>
            <a:r>
              <a:rPr lang="en-US" dirty="0"/>
              <a:t>SWIG</a:t>
            </a:r>
            <a:r>
              <a:rPr lang="zh-CN" altLang="en-US" dirty="0"/>
              <a:t>简介</a:t>
            </a:r>
            <a:endParaRPr lang="en-US" dirty="0"/>
          </a:p>
        </p:txBody>
      </p:sp>
      <p:sp>
        <p:nvSpPr>
          <p:cNvPr id="10" name="TextBox 9">
            <a:extLst>
              <a:ext uri="{FF2B5EF4-FFF2-40B4-BE49-F238E27FC236}">
                <a16:creationId xmlns:a16="http://schemas.microsoft.com/office/drawing/2014/main" id="{A6C52366-1DDE-398D-0950-091CF104CD61}"/>
              </a:ext>
            </a:extLst>
          </p:cNvPr>
          <p:cNvSpPr txBox="1"/>
          <p:nvPr/>
        </p:nvSpPr>
        <p:spPr>
          <a:xfrm>
            <a:off x="2592924" y="1706349"/>
            <a:ext cx="6096000" cy="1722651"/>
          </a:xfrm>
          <a:prstGeom prst="rect">
            <a:avLst/>
          </a:prstGeom>
          <a:noFill/>
        </p:spPr>
        <p:txBody>
          <a:bodyPr wrap="square">
            <a:spAutoFit/>
          </a:bodyPr>
          <a:lstStyle/>
          <a:p>
            <a:pPr>
              <a:lnSpc>
                <a:spcPts val="1425"/>
              </a:lnSpc>
              <a:buNone/>
            </a:pP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module example</a:t>
            </a:r>
          </a:p>
          <a:p>
            <a:pPr>
              <a:lnSpc>
                <a:spcPts val="1425"/>
              </a:lnSpc>
              <a:buNone/>
            </a:pPr>
            <a:br>
              <a:rPr lang="en-US" b="0" dirty="0">
                <a:solidFill>
                  <a:srgbClr val="CCCCCC"/>
                </a:solidFill>
                <a:effectLst/>
                <a:latin typeface="Consolas" panose="020B0609020204030204" pitchFamily="49" charset="0"/>
              </a:rPr>
            </a:b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inline</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buNone/>
            </a:pPr>
            <a:r>
              <a:rPr lang="en-US" b="0" dirty="0">
                <a:solidFill>
                  <a:srgbClr val="569CD6"/>
                </a:solidFill>
                <a:effectLst/>
                <a:latin typeface="Consolas" panose="020B0609020204030204" pitchFamily="49" charset="0"/>
              </a:rPr>
              <a:t>extern</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double</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sin</a:t>
            </a:r>
            <a:r>
              <a:rPr lang="en-US" b="0" dirty="0">
                <a:solidFill>
                  <a:srgbClr val="CCCCCC"/>
                </a:solidFill>
                <a:effectLst/>
                <a:latin typeface="Consolas" panose="020B0609020204030204" pitchFamily="49" charset="0"/>
              </a:rPr>
              <a:t>(</a:t>
            </a:r>
            <a:r>
              <a:rPr lang="en-US" b="0" dirty="0">
                <a:solidFill>
                  <a:srgbClr val="569CD6"/>
                </a:solidFill>
                <a:effectLst/>
                <a:latin typeface="Consolas" panose="020B0609020204030204" pitchFamily="49" charset="0"/>
              </a:rPr>
              <a:t>double</a:t>
            </a:r>
            <a:r>
              <a:rPr lang="en-US" b="0" dirty="0">
                <a:solidFill>
                  <a:srgbClr val="CCCCCC"/>
                </a:solidFill>
                <a:effectLst/>
                <a:latin typeface="Consolas" panose="020B0609020204030204" pitchFamily="49" charset="0"/>
              </a:rPr>
              <a:t> x);</a:t>
            </a:r>
          </a:p>
          <a:p>
            <a:pPr>
              <a:lnSpc>
                <a:spcPts val="1425"/>
              </a:lnSpc>
              <a:buNone/>
            </a:pPr>
            <a:r>
              <a:rPr lang="en-US" b="0" dirty="0">
                <a:solidFill>
                  <a:srgbClr val="569CD6"/>
                </a:solidFill>
                <a:effectLst/>
                <a:latin typeface="Consolas" panose="020B0609020204030204" pitchFamily="49" charset="0"/>
              </a:rPr>
              <a:t>extern</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int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strcmp</a:t>
            </a:r>
            <a:r>
              <a:rPr lang="en-US" b="0" dirty="0">
                <a:solidFill>
                  <a:srgbClr val="CCCCCC"/>
                </a:solidFill>
                <a:effectLst/>
                <a:latin typeface="Consolas" panose="020B0609020204030204" pitchFamily="49" charset="0"/>
              </a:rPr>
              <a:t>(</a:t>
            </a:r>
            <a:r>
              <a:rPr lang="en-US" b="0" dirty="0">
                <a:solidFill>
                  <a:srgbClr val="569CD6"/>
                </a:solidFill>
                <a:effectLst/>
                <a:latin typeface="Consolas" panose="020B0609020204030204" pitchFamily="49" charset="0"/>
              </a:rPr>
              <a:t>const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char</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const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char</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buNone/>
            </a:pPr>
            <a:r>
              <a:rPr lang="en-US" b="0" dirty="0">
                <a:solidFill>
                  <a:srgbClr val="569CD6"/>
                </a:solidFill>
                <a:effectLst/>
                <a:latin typeface="Consolas" panose="020B0609020204030204" pitchFamily="49" charset="0"/>
              </a:rPr>
              <a:t>extern</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int</a:t>
            </a:r>
            <a:r>
              <a:rPr lang="en-US" b="0" dirty="0">
                <a:solidFill>
                  <a:srgbClr val="CCCCCC"/>
                </a:solidFill>
                <a:effectLst/>
                <a:latin typeface="Consolas" panose="020B0609020204030204" pitchFamily="49" charset="0"/>
              </a:rPr>
              <a:t> Foo;</a:t>
            </a:r>
          </a:p>
          <a:p>
            <a:pPr>
              <a:lnSpc>
                <a:spcPts val="1425"/>
              </a:lnSpc>
              <a:buNone/>
            </a:pP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buNone/>
            </a:pPr>
            <a:r>
              <a:rPr lang="en-US" b="0" dirty="0">
                <a:solidFill>
                  <a:srgbClr val="C586C0"/>
                </a:solidFill>
                <a:effectLst/>
                <a:latin typeface="Consolas" panose="020B0609020204030204" pitchFamily="49" charset="0"/>
              </a:rPr>
              <a:t>#define</a:t>
            </a:r>
            <a:r>
              <a:rPr lang="en-US" b="0" dirty="0">
                <a:solidFill>
                  <a:srgbClr val="569CD6"/>
                </a:solidFill>
                <a:effectLst/>
                <a:latin typeface="Consolas" panose="020B0609020204030204" pitchFamily="49" charset="0"/>
              </a:rPr>
              <a:t> STATUS </a:t>
            </a:r>
            <a:r>
              <a:rPr lang="en-US" b="0" dirty="0">
                <a:solidFill>
                  <a:srgbClr val="B5CEA8"/>
                </a:solidFill>
                <a:effectLst/>
                <a:latin typeface="Consolas" panose="020B0609020204030204" pitchFamily="49" charset="0"/>
              </a:rPr>
              <a:t>50</a:t>
            </a:r>
            <a:endParaRPr lang="en-US" b="0" dirty="0">
              <a:solidFill>
                <a:srgbClr val="CCCCCC"/>
              </a:solidFill>
              <a:effectLst/>
              <a:latin typeface="Consolas" panose="020B0609020204030204" pitchFamily="49" charset="0"/>
            </a:endParaRPr>
          </a:p>
          <a:p>
            <a:pPr>
              <a:lnSpc>
                <a:spcPts val="1425"/>
              </a:lnSpc>
            </a:pPr>
            <a:r>
              <a:rPr lang="en-US" b="0" dirty="0">
                <a:solidFill>
                  <a:srgbClr val="C586C0"/>
                </a:solidFill>
                <a:effectLst/>
                <a:latin typeface="Consolas" panose="020B0609020204030204" pitchFamily="49" charset="0"/>
              </a:rPr>
              <a:t>#define</a:t>
            </a:r>
            <a:r>
              <a:rPr lang="en-US" b="0" dirty="0">
                <a:solidFill>
                  <a:srgbClr val="569CD6"/>
                </a:solidFill>
                <a:effectLst/>
                <a:latin typeface="Consolas" panose="020B0609020204030204" pitchFamily="49" charset="0"/>
              </a:rPr>
              <a:t> VERSION </a:t>
            </a:r>
            <a:r>
              <a:rPr lang="en-US" b="0" dirty="0">
                <a:solidFill>
                  <a:srgbClr val="CE9178"/>
                </a:solidFill>
                <a:effectLst/>
                <a:latin typeface="Consolas" panose="020B0609020204030204" pitchFamily="49" charset="0"/>
              </a:rPr>
              <a:t>"1.1“</a:t>
            </a:r>
          </a:p>
        </p:txBody>
      </p:sp>
      <p:sp>
        <p:nvSpPr>
          <p:cNvPr id="12" name="TextBox 11">
            <a:extLst>
              <a:ext uri="{FF2B5EF4-FFF2-40B4-BE49-F238E27FC236}">
                <a16:creationId xmlns:a16="http://schemas.microsoft.com/office/drawing/2014/main" id="{D9CAB4EA-7E09-DFB8-B215-C1BEE0BDFCA5}"/>
              </a:ext>
            </a:extLst>
          </p:cNvPr>
          <p:cNvSpPr txBox="1"/>
          <p:nvPr/>
        </p:nvSpPr>
        <p:spPr>
          <a:xfrm>
            <a:off x="2592924" y="4200557"/>
            <a:ext cx="6096000" cy="1902187"/>
          </a:xfrm>
          <a:prstGeom prst="rect">
            <a:avLst/>
          </a:prstGeom>
          <a:noFill/>
        </p:spPr>
        <p:txBody>
          <a:bodyPr wrap="square">
            <a:spAutoFit/>
          </a:bodyPr>
          <a:lstStyle/>
          <a:p>
            <a:pPr>
              <a:lnSpc>
                <a:spcPts val="1425"/>
              </a:lnSpc>
              <a:buNone/>
            </a:pPr>
            <a:r>
              <a:rPr lang="en-US" b="0" dirty="0">
                <a:solidFill>
                  <a:srgbClr val="D4D4D4"/>
                </a:solidFill>
                <a:effectLst/>
                <a:latin typeface="Consolas" panose="020B0609020204030204" pitchFamily="49" charset="0"/>
              </a:rPr>
              <a:t>&gt;&gt;&gt;</a:t>
            </a:r>
            <a:r>
              <a:rPr lang="en-US" b="0" dirty="0">
                <a:solidFill>
                  <a:srgbClr val="CCCCCC"/>
                </a:solidFill>
                <a:effectLst/>
                <a:latin typeface="Consolas" panose="020B0609020204030204" pitchFamily="49" charset="0"/>
              </a:rPr>
              <a:t> </a:t>
            </a:r>
            <a:r>
              <a:rPr lang="en-US" b="0" dirty="0" err="1">
                <a:solidFill>
                  <a:srgbClr val="CCCCCC"/>
                </a:solidFill>
                <a:effectLst/>
                <a:latin typeface="Consolas" panose="020B0609020204030204" pitchFamily="49" charset="0"/>
              </a:rPr>
              <a:t>example.sin</a:t>
            </a:r>
            <a:r>
              <a:rPr lang="en-US" b="0" dirty="0">
                <a:solidFill>
                  <a:srgbClr val="CCCCCC"/>
                </a:solidFill>
                <a:effectLst/>
                <a:latin typeface="Consolas" panose="020B0609020204030204" pitchFamily="49" charset="0"/>
              </a:rPr>
              <a:t>(</a:t>
            </a:r>
            <a:r>
              <a:rPr lang="en-US" b="0" dirty="0">
                <a:solidFill>
                  <a:srgbClr val="B5CEA8"/>
                </a:solidFill>
                <a:effectLst/>
                <a:latin typeface="Consolas" panose="020B0609020204030204" pitchFamily="49" charset="0"/>
              </a:rPr>
              <a:t>3</a:t>
            </a:r>
            <a:r>
              <a:rPr lang="en-US" b="0" dirty="0">
                <a:solidFill>
                  <a:srgbClr val="CCCCCC"/>
                </a:solidFill>
                <a:effectLst/>
                <a:latin typeface="Consolas" panose="020B0609020204030204" pitchFamily="49" charset="0"/>
              </a:rPr>
              <a:t>)</a:t>
            </a:r>
          </a:p>
          <a:p>
            <a:pPr>
              <a:lnSpc>
                <a:spcPts val="1425"/>
              </a:lnSpc>
              <a:buNone/>
            </a:pPr>
            <a:r>
              <a:rPr lang="en-US" b="0" dirty="0">
                <a:solidFill>
                  <a:srgbClr val="B5CEA8"/>
                </a:solidFill>
                <a:effectLst/>
                <a:latin typeface="Consolas" panose="020B0609020204030204" pitchFamily="49" charset="0"/>
              </a:rPr>
              <a:t>0.141120008</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&gt;&gt;&gt;</a:t>
            </a:r>
            <a:r>
              <a:rPr lang="en-US" b="0" dirty="0">
                <a:solidFill>
                  <a:srgbClr val="CCCCCC"/>
                </a:solidFill>
                <a:effectLst/>
                <a:latin typeface="Consolas" panose="020B0609020204030204" pitchFamily="49" charset="0"/>
              </a:rPr>
              <a:t> </a:t>
            </a:r>
            <a:r>
              <a:rPr lang="en-US" b="0" dirty="0" err="1">
                <a:solidFill>
                  <a:srgbClr val="CCCCCC"/>
                </a:solidFill>
                <a:effectLst/>
                <a:latin typeface="Consolas" panose="020B0609020204030204" pitchFamily="49" charset="0"/>
              </a:rPr>
              <a:t>example.strcmp</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Dave'</a:t>
            </a:r>
            <a:r>
              <a:rPr lang="en-US" b="0" dirty="0" err="1">
                <a:solidFill>
                  <a:srgbClr val="CCCCCC"/>
                </a:solidFill>
                <a:effectLst/>
                <a:latin typeface="Consolas" panose="020B0609020204030204" pitchFamily="49" charset="0"/>
              </a:rPr>
              <a:t>,</a:t>
            </a:r>
            <a:r>
              <a:rPr lang="en-US" b="0" dirty="0" err="1">
                <a:solidFill>
                  <a:srgbClr val="CE9178"/>
                </a:solidFill>
                <a:effectLst/>
                <a:latin typeface="Consolas" panose="020B0609020204030204" pitchFamily="49" charset="0"/>
              </a:rPr>
              <a:t>'Mike</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lnSpc>
                <a:spcPts val="1425"/>
              </a:lnSpc>
              <a:buNone/>
            </a:pP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&gt;&gt;&gt;</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err="1">
                <a:solidFill>
                  <a:srgbClr val="CCCCCC"/>
                </a:solidFill>
                <a:effectLst/>
                <a:latin typeface="Consolas" panose="020B0609020204030204" pitchFamily="49" charset="0"/>
              </a:rPr>
              <a:t>example.cvar.Foo</a:t>
            </a:r>
            <a:r>
              <a:rPr lang="en-US" b="0" dirty="0">
                <a:solidFill>
                  <a:srgbClr val="CCCCCC"/>
                </a:solidFill>
                <a:effectLst/>
                <a:latin typeface="Consolas" panose="020B0609020204030204" pitchFamily="49" charset="0"/>
              </a:rPr>
              <a:t>)</a:t>
            </a:r>
          </a:p>
          <a:p>
            <a:pPr>
              <a:lnSpc>
                <a:spcPts val="1425"/>
              </a:lnSpc>
              <a:buNone/>
            </a:pPr>
            <a:r>
              <a:rPr lang="en-US" b="0" dirty="0">
                <a:solidFill>
                  <a:srgbClr val="B5CEA8"/>
                </a:solidFill>
                <a:effectLst/>
                <a:latin typeface="Consolas" panose="020B0609020204030204" pitchFamily="49" charset="0"/>
              </a:rPr>
              <a:t>42</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&gt;&gt;&gt;</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err="1">
                <a:solidFill>
                  <a:srgbClr val="CCCCCC"/>
                </a:solidFill>
                <a:effectLst/>
                <a:latin typeface="Consolas" panose="020B0609020204030204" pitchFamily="49" charset="0"/>
              </a:rPr>
              <a:t>example.STATUS</a:t>
            </a:r>
            <a:r>
              <a:rPr lang="en-US" b="0" dirty="0">
                <a:solidFill>
                  <a:srgbClr val="CCCCCC"/>
                </a:solidFill>
                <a:effectLst/>
                <a:latin typeface="Consolas" panose="020B0609020204030204" pitchFamily="49" charset="0"/>
              </a:rPr>
              <a:t>)</a:t>
            </a:r>
          </a:p>
          <a:p>
            <a:pPr>
              <a:lnSpc>
                <a:spcPts val="1425"/>
              </a:lnSpc>
              <a:buNone/>
            </a:pPr>
            <a:r>
              <a:rPr lang="en-US" b="0" dirty="0">
                <a:solidFill>
                  <a:srgbClr val="B5CEA8"/>
                </a:solidFill>
                <a:effectLst/>
                <a:latin typeface="Consolas" panose="020B0609020204030204" pitchFamily="49" charset="0"/>
              </a:rPr>
              <a:t>50</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&gt;&gt;&gt;</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err="1">
                <a:solidFill>
                  <a:srgbClr val="CCCCCC"/>
                </a:solidFill>
                <a:effectLst/>
                <a:latin typeface="Consolas" panose="020B0609020204030204" pitchFamily="49" charset="0"/>
              </a:rPr>
              <a:t>example.VERSION</a:t>
            </a:r>
            <a:r>
              <a:rPr lang="en-US" b="0" dirty="0">
                <a:solidFill>
                  <a:srgbClr val="CCCCCC"/>
                </a:solidFill>
                <a:effectLst/>
                <a:latin typeface="Consolas" panose="020B0609020204030204" pitchFamily="49" charset="0"/>
              </a:rPr>
              <a:t>)</a:t>
            </a:r>
          </a:p>
          <a:p>
            <a:pPr>
              <a:lnSpc>
                <a:spcPts val="1425"/>
              </a:lnSpc>
            </a:pPr>
            <a:r>
              <a:rPr lang="en-US" b="0" dirty="0">
                <a:solidFill>
                  <a:srgbClr val="B5CEA8"/>
                </a:solidFill>
                <a:effectLst/>
                <a:latin typeface="Consolas" panose="020B0609020204030204" pitchFamily="49" charset="0"/>
              </a:rPr>
              <a:t>1.1</a:t>
            </a: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8378072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F974B-A60F-0B4C-FDD2-9E8A40656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AFA5C3-F118-EF32-0A9B-D2DD3BA88C97}"/>
              </a:ext>
            </a:extLst>
          </p:cNvPr>
          <p:cNvSpPr>
            <a:spLocks noGrp="1"/>
          </p:cNvSpPr>
          <p:nvPr>
            <p:ph type="title"/>
          </p:nvPr>
        </p:nvSpPr>
        <p:spPr/>
        <p:txBody>
          <a:bodyPr/>
          <a:lstStyle/>
          <a:p>
            <a:r>
              <a:rPr lang="en-US" dirty="0"/>
              <a:t>SWIG</a:t>
            </a:r>
            <a:r>
              <a:rPr lang="zh-CN" altLang="en-US" dirty="0"/>
              <a:t>安装配置步骤</a:t>
            </a:r>
            <a:endParaRPr lang="en-US" dirty="0"/>
          </a:p>
        </p:txBody>
      </p:sp>
      <p:sp>
        <p:nvSpPr>
          <p:cNvPr id="4" name="TextBox 3">
            <a:extLst>
              <a:ext uri="{FF2B5EF4-FFF2-40B4-BE49-F238E27FC236}">
                <a16:creationId xmlns:a16="http://schemas.microsoft.com/office/drawing/2014/main" id="{39372B4F-FA11-AF18-BC32-8DA8EE4A0816}"/>
              </a:ext>
            </a:extLst>
          </p:cNvPr>
          <p:cNvSpPr txBox="1"/>
          <p:nvPr/>
        </p:nvSpPr>
        <p:spPr>
          <a:xfrm>
            <a:off x="2592923" y="1752510"/>
            <a:ext cx="8770401" cy="923330"/>
          </a:xfrm>
          <a:prstGeom prst="rect">
            <a:avLst/>
          </a:prstGeom>
          <a:noFill/>
        </p:spPr>
        <p:txBody>
          <a:bodyPr wrap="square">
            <a:spAutoFit/>
          </a:bodyPr>
          <a:lstStyle/>
          <a:p>
            <a:r>
              <a:rPr lang="zh-CN" altLang="en-US" dirty="0"/>
              <a:t>在</a:t>
            </a:r>
            <a:r>
              <a:rPr lang="en-US" altLang="zh-CN" dirty="0"/>
              <a:t>SWIG</a:t>
            </a:r>
            <a:r>
              <a:rPr lang="zh-CN" altLang="en-US" dirty="0"/>
              <a:t>的</a:t>
            </a:r>
            <a:r>
              <a:rPr lang="en-US" dirty="0" err="1"/>
              <a:t>sourceforge</a:t>
            </a:r>
            <a:r>
              <a:rPr lang="zh-CN" altLang="en-US" dirty="0"/>
              <a:t>主页下载最新版本、解压后将解压之后的目录添加到</a:t>
            </a:r>
            <a:r>
              <a:rPr lang="en-US" altLang="zh-CN" dirty="0"/>
              <a:t>PATH</a:t>
            </a:r>
            <a:r>
              <a:rPr lang="zh-CN" altLang="en-US" dirty="0"/>
              <a:t>变量中即可</a:t>
            </a:r>
            <a:endParaRPr lang="en-US" altLang="zh-CN" dirty="0"/>
          </a:p>
          <a:p>
            <a:endParaRPr lang="en-US" dirty="0"/>
          </a:p>
        </p:txBody>
      </p:sp>
      <p:pic>
        <p:nvPicPr>
          <p:cNvPr id="6" name="Picture 5">
            <a:extLst>
              <a:ext uri="{FF2B5EF4-FFF2-40B4-BE49-F238E27FC236}">
                <a16:creationId xmlns:a16="http://schemas.microsoft.com/office/drawing/2014/main" id="{96DC9738-9C4F-9387-0730-A5AF8C7F7D4B}"/>
              </a:ext>
            </a:extLst>
          </p:cNvPr>
          <p:cNvPicPr>
            <a:picLocks noChangeAspect="1"/>
          </p:cNvPicPr>
          <p:nvPr/>
        </p:nvPicPr>
        <p:blipFill>
          <a:blip r:embed="rId3"/>
          <a:stretch>
            <a:fillRect/>
          </a:stretch>
        </p:blipFill>
        <p:spPr>
          <a:xfrm>
            <a:off x="4244873" y="2281015"/>
            <a:ext cx="7375627" cy="3952875"/>
          </a:xfrm>
          <a:prstGeom prst="rect">
            <a:avLst/>
          </a:prstGeom>
        </p:spPr>
      </p:pic>
      <p:sp>
        <p:nvSpPr>
          <p:cNvPr id="8" name="TextBox 7">
            <a:extLst>
              <a:ext uri="{FF2B5EF4-FFF2-40B4-BE49-F238E27FC236}">
                <a16:creationId xmlns:a16="http://schemas.microsoft.com/office/drawing/2014/main" id="{EBD23DD1-9E07-FC57-D6CC-800041CB9E91}"/>
              </a:ext>
            </a:extLst>
          </p:cNvPr>
          <p:cNvSpPr txBox="1"/>
          <p:nvPr/>
        </p:nvSpPr>
        <p:spPr>
          <a:xfrm>
            <a:off x="4086225" y="6354246"/>
            <a:ext cx="6096000" cy="369332"/>
          </a:xfrm>
          <a:prstGeom prst="rect">
            <a:avLst/>
          </a:prstGeom>
          <a:noFill/>
        </p:spPr>
        <p:txBody>
          <a:bodyPr wrap="square">
            <a:spAutoFit/>
          </a:bodyPr>
          <a:lstStyle/>
          <a:p>
            <a:r>
              <a:rPr lang="en-US" dirty="0"/>
              <a:t>https://sourceforge.net/projects/swig/</a:t>
            </a:r>
          </a:p>
        </p:txBody>
      </p:sp>
    </p:spTree>
    <p:extLst>
      <p:ext uri="{BB962C8B-B14F-4D97-AF65-F5344CB8AC3E}">
        <p14:creationId xmlns:p14="http://schemas.microsoft.com/office/powerpoint/2010/main" val="42023483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59872-61C5-A98E-53C5-D15BFA7F26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FA8BB2-8AB5-8A7A-098F-4A45BB04096B}"/>
              </a:ext>
            </a:extLst>
          </p:cNvPr>
          <p:cNvSpPr>
            <a:spLocks noGrp="1"/>
          </p:cNvSpPr>
          <p:nvPr>
            <p:ph type="title"/>
          </p:nvPr>
        </p:nvSpPr>
        <p:spPr>
          <a:xfrm>
            <a:off x="4880665" y="3249969"/>
            <a:ext cx="4011408" cy="514350"/>
          </a:xfrm>
        </p:spPr>
        <p:txBody>
          <a:bodyPr>
            <a:normAutofit fontScale="90000"/>
          </a:bodyPr>
          <a:lstStyle/>
          <a:p>
            <a:r>
              <a:rPr lang="zh-CN" altLang="en-US" dirty="0"/>
              <a:t>环境变量篇</a:t>
            </a:r>
            <a:endParaRPr lang="en-US" dirty="0"/>
          </a:p>
        </p:txBody>
      </p:sp>
    </p:spTree>
    <p:extLst>
      <p:ext uri="{BB962C8B-B14F-4D97-AF65-F5344CB8AC3E}">
        <p14:creationId xmlns:p14="http://schemas.microsoft.com/office/powerpoint/2010/main" val="26481148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F7B0E-77C9-C3BF-185E-C97BA0941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A7D40-68E8-EA61-79F7-3675CD65DC40}"/>
              </a:ext>
            </a:extLst>
          </p:cNvPr>
          <p:cNvSpPr>
            <a:spLocks noGrp="1"/>
          </p:cNvSpPr>
          <p:nvPr>
            <p:ph type="title"/>
          </p:nvPr>
        </p:nvSpPr>
        <p:spPr/>
        <p:txBody>
          <a:bodyPr/>
          <a:lstStyle/>
          <a:p>
            <a:r>
              <a:rPr lang="zh-CN" altLang="en-US" dirty="0"/>
              <a:t>编译</a:t>
            </a:r>
            <a:r>
              <a:rPr lang="en-US" altLang="zh-CN" dirty="0"/>
              <a:t>KiCad</a:t>
            </a:r>
            <a:r>
              <a:rPr lang="zh-CN" altLang="en-US" dirty="0"/>
              <a:t>需要手动添加的</a:t>
            </a:r>
            <a:r>
              <a:rPr lang="en-US" altLang="zh-CN" dirty="0"/>
              <a:t>PATH</a:t>
            </a:r>
            <a:r>
              <a:rPr lang="zh-CN" altLang="en-US" dirty="0"/>
              <a:t>变量</a:t>
            </a:r>
            <a:endParaRPr lang="en-US" dirty="0"/>
          </a:p>
        </p:txBody>
      </p:sp>
      <p:pic>
        <p:nvPicPr>
          <p:cNvPr id="4" name="Picture 3">
            <a:extLst>
              <a:ext uri="{FF2B5EF4-FFF2-40B4-BE49-F238E27FC236}">
                <a16:creationId xmlns:a16="http://schemas.microsoft.com/office/drawing/2014/main" id="{AE4C5972-A179-343D-DABC-332B423C24E8}"/>
              </a:ext>
            </a:extLst>
          </p:cNvPr>
          <p:cNvPicPr>
            <a:picLocks noChangeAspect="1"/>
          </p:cNvPicPr>
          <p:nvPr/>
        </p:nvPicPr>
        <p:blipFill>
          <a:blip r:embed="rId3"/>
          <a:stretch>
            <a:fillRect/>
          </a:stretch>
        </p:blipFill>
        <p:spPr>
          <a:xfrm>
            <a:off x="5579569" y="1323975"/>
            <a:ext cx="4782393" cy="5289090"/>
          </a:xfrm>
          <a:prstGeom prst="rect">
            <a:avLst/>
          </a:prstGeom>
        </p:spPr>
      </p:pic>
      <p:pic>
        <p:nvPicPr>
          <p:cNvPr id="6" name="Picture 5">
            <a:extLst>
              <a:ext uri="{FF2B5EF4-FFF2-40B4-BE49-F238E27FC236}">
                <a16:creationId xmlns:a16="http://schemas.microsoft.com/office/drawing/2014/main" id="{009D562E-9C54-600D-0B68-7F08C9C55C81}"/>
              </a:ext>
            </a:extLst>
          </p:cNvPr>
          <p:cNvPicPr>
            <a:picLocks noChangeAspect="1"/>
          </p:cNvPicPr>
          <p:nvPr/>
        </p:nvPicPr>
        <p:blipFill>
          <a:blip r:embed="rId4"/>
          <a:stretch>
            <a:fillRect/>
          </a:stretch>
        </p:blipFill>
        <p:spPr>
          <a:xfrm>
            <a:off x="933449" y="1264555"/>
            <a:ext cx="4532012" cy="5019675"/>
          </a:xfrm>
          <a:prstGeom prst="rect">
            <a:avLst/>
          </a:prstGeom>
        </p:spPr>
      </p:pic>
    </p:spTree>
    <p:extLst>
      <p:ext uri="{BB962C8B-B14F-4D97-AF65-F5344CB8AC3E}">
        <p14:creationId xmlns:p14="http://schemas.microsoft.com/office/powerpoint/2010/main" val="32861242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5608E-C02A-B5B7-D833-F33521974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0536C-0F5B-37D8-C528-197F01A1D010}"/>
              </a:ext>
            </a:extLst>
          </p:cNvPr>
          <p:cNvSpPr>
            <a:spLocks noGrp="1"/>
          </p:cNvSpPr>
          <p:nvPr>
            <p:ph type="title"/>
          </p:nvPr>
        </p:nvSpPr>
        <p:spPr/>
        <p:txBody>
          <a:bodyPr/>
          <a:lstStyle/>
          <a:p>
            <a:r>
              <a:rPr lang="en-US" altLang="zh-CN" dirty="0"/>
              <a:t>VCPKG_ROOT</a:t>
            </a:r>
            <a:endParaRPr lang="en-US" dirty="0"/>
          </a:p>
        </p:txBody>
      </p:sp>
      <p:pic>
        <p:nvPicPr>
          <p:cNvPr id="8" name="Picture 7">
            <a:extLst>
              <a:ext uri="{FF2B5EF4-FFF2-40B4-BE49-F238E27FC236}">
                <a16:creationId xmlns:a16="http://schemas.microsoft.com/office/drawing/2014/main" id="{E1083919-C043-8258-CE11-7AD16D2AB0BC}"/>
              </a:ext>
            </a:extLst>
          </p:cNvPr>
          <p:cNvPicPr>
            <a:picLocks noChangeAspect="1"/>
          </p:cNvPicPr>
          <p:nvPr/>
        </p:nvPicPr>
        <p:blipFill>
          <a:blip r:embed="rId3"/>
          <a:stretch>
            <a:fillRect/>
          </a:stretch>
        </p:blipFill>
        <p:spPr>
          <a:xfrm>
            <a:off x="2288124" y="1905000"/>
            <a:ext cx="5373683" cy="4072073"/>
          </a:xfrm>
          <a:prstGeom prst="rect">
            <a:avLst/>
          </a:prstGeom>
        </p:spPr>
      </p:pic>
      <p:pic>
        <p:nvPicPr>
          <p:cNvPr id="12" name="Picture 11">
            <a:extLst>
              <a:ext uri="{FF2B5EF4-FFF2-40B4-BE49-F238E27FC236}">
                <a16:creationId xmlns:a16="http://schemas.microsoft.com/office/drawing/2014/main" id="{4246D4B6-C12E-E396-B641-CC898535632A}"/>
              </a:ext>
            </a:extLst>
          </p:cNvPr>
          <p:cNvPicPr>
            <a:picLocks noChangeAspect="1"/>
          </p:cNvPicPr>
          <p:nvPr/>
        </p:nvPicPr>
        <p:blipFill>
          <a:blip r:embed="rId4"/>
          <a:stretch>
            <a:fillRect/>
          </a:stretch>
        </p:blipFill>
        <p:spPr>
          <a:xfrm>
            <a:off x="7795353" y="1905000"/>
            <a:ext cx="4217046" cy="4657725"/>
          </a:xfrm>
          <a:prstGeom prst="rect">
            <a:avLst/>
          </a:prstGeom>
        </p:spPr>
      </p:pic>
    </p:spTree>
    <p:extLst>
      <p:ext uri="{BB962C8B-B14F-4D97-AF65-F5344CB8AC3E}">
        <p14:creationId xmlns:p14="http://schemas.microsoft.com/office/powerpoint/2010/main" val="35775426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04AFE-4A2B-9530-6D62-4752BBA9E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3FE20-93B9-9AF4-1FD4-0E83367ED594}"/>
              </a:ext>
            </a:extLst>
          </p:cNvPr>
          <p:cNvSpPr>
            <a:spLocks noGrp="1"/>
          </p:cNvSpPr>
          <p:nvPr>
            <p:ph type="title"/>
          </p:nvPr>
        </p:nvSpPr>
        <p:spPr>
          <a:xfrm>
            <a:off x="4880665" y="3249969"/>
            <a:ext cx="4011408" cy="514350"/>
          </a:xfrm>
        </p:spPr>
        <p:txBody>
          <a:bodyPr>
            <a:normAutofit fontScale="90000"/>
          </a:bodyPr>
          <a:lstStyle/>
          <a:p>
            <a:r>
              <a:rPr lang="zh-CN" altLang="en-US" dirty="0"/>
              <a:t>使用</a:t>
            </a:r>
            <a:r>
              <a:rPr lang="en-US" altLang="zh-CN" dirty="0"/>
              <a:t>VS2022</a:t>
            </a:r>
            <a:r>
              <a:rPr lang="zh-CN" altLang="en-US" dirty="0"/>
              <a:t>构建</a:t>
            </a:r>
            <a:r>
              <a:rPr lang="en-US" altLang="zh-CN" dirty="0"/>
              <a:t>KiCad</a:t>
            </a:r>
            <a:endParaRPr lang="en-US" dirty="0"/>
          </a:p>
        </p:txBody>
      </p:sp>
    </p:spTree>
    <p:extLst>
      <p:ext uri="{BB962C8B-B14F-4D97-AF65-F5344CB8AC3E}">
        <p14:creationId xmlns:p14="http://schemas.microsoft.com/office/powerpoint/2010/main" val="24964654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4C2AA-5E53-46C0-FDC5-234000CAF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4129AC-3F2E-359E-5D3D-14311F8EBF5D}"/>
              </a:ext>
            </a:extLst>
          </p:cNvPr>
          <p:cNvSpPr>
            <a:spLocks noGrp="1"/>
          </p:cNvSpPr>
          <p:nvPr>
            <p:ph type="title"/>
          </p:nvPr>
        </p:nvSpPr>
        <p:spPr/>
        <p:txBody>
          <a:bodyPr/>
          <a:lstStyle/>
          <a:p>
            <a:r>
              <a:rPr lang="zh-CN" altLang="en-US" dirty="0"/>
              <a:t>在</a:t>
            </a:r>
            <a:r>
              <a:rPr lang="en-US" altLang="zh-CN" dirty="0"/>
              <a:t>VS2022 x64</a:t>
            </a:r>
            <a:r>
              <a:rPr lang="zh-CN" altLang="en-US" dirty="0"/>
              <a:t>开发者命令行中启动</a:t>
            </a:r>
            <a:r>
              <a:rPr lang="en-US" altLang="zh-CN" dirty="0" err="1"/>
              <a:t>vscode</a:t>
            </a:r>
            <a:endParaRPr lang="en-US" dirty="0"/>
          </a:p>
        </p:txBody>
      </p:sp>
      <p:sp>
        <p:nvSpPr>
          <p:cNvPr id="6" name="TextBox 5">
            <a:extLst>
              <a:ext uri="{FF2B5EF4-FFF2-40B4-BE49-F238E27FC236}">
                <a16:creationId xmlns:a16="http://schemas.microsoft.com/office/drawing/2014/main" id="{1207A078-7D96-9AE0-EE89-5A3AF8C5B775}"/>
              </a:ext>
            </a:extLst>
          </p:cNvPr>
          <p:cNvSpPr txBox="1"/>
          <p:nvPr/>
        </p:nvSpPr>
        <p:spPr>
          <a:xfrm>
            <a:off x="2592924" y="2184917"/>
            <a:ext cx="4834243" cy="2308324"/>
          </a:xfrm>
          <a:prstGeom prst="rect">
            <a:avLst/>
          </a:prstGeom>
          <a:noFill/>
        </p:spPr>
        <p:txBody>
          <a:bodyPr wrap="square" rtlCol="0">
            <a:spAutoFit/>
          </a:bodyPr>
          <a:lstStyle/>
          <a:p>
            <a:pPr marL="342900" indent="-342900">
              <a:buFont typeface="+mj-lt"/>
              <a:buAutoNum type="arabicPeriod"/>
            </a:pPr>
            <a:r>
              <a:rPr lang="zh-CN" altLang="en-US" dirty="0"/>
              <a:t>点击</a:t>
            </a:r>
            <a:r>
              <a:rPr lang="en-US" altLang="zh-CN" dirty="0"/>
              <a:t>”</a:t>
            </a:r>
            <a:r>
              <a:rPr lang="zh-CN" altLang="en-US" dirty="0"/>
              <a:t>开始</a:t>
            </a:r>
            <a:r>
              <a:rPr lang="en-US" altLang="zh-CN" dirty="0"/>
              <a:t>”</a:t>
            </a:r>
            <a:r>
              <a:rPr lang="zh-CN" altLang="en-US" dirty="0"/>
              <a:t>中找到并点击 </a:t>
            </a:r>
            <a:r>
              <a:rPr lang="en-US" altLang="zh-CN" dirty="0"/>
              <a:t>“x64 Native Tools Command Prompt for VS 2022”</a:t>
            </a:r>
          </a:p>
          <a:p>
            <a:pPr marL="342900" indent="-342900">
              <a:buFont typeface="+mj-lt"/>
              <a:buAutoNum type="arabicPeriod"/>
            </a:pPr>
            <a:r>
              <a:rPr lang="zh-CN" altLang="en-US" dirty="0"/>
              <a:t>在弹出来的命令行窗口中输入</a:t>
            </a:r>
            <a:r>
              <a:rPr lang="en-US" altLang="zh-CN" dirty="0"/>
              <a:t>”code”</a:t>
            </a:r>
            <a:r>
              <a:rPr lang="zh-CN" altLang="en-US" dirty="0"/>
              <a:t>并启动</a:t>
            </a:r>
            <a:r>
              <a:rPr lang="en-US" altLang="zh-CN" dirty="0" err="1"/>
              <a:t>vscode</a:t>
            </a:r>
            <a:endParaRPr lang="en-US" altLang="zh-CN" dirty="0"/>
          </a:p>
          <a:p>
            <a:pPr marL="342900" indent="-342900">
              <a:buFont typeface="+mj-lt"/>
              <a:buAutoNum type="arabicPeriod"/>
            </a:pPr>
            <a:r>
              <a:rPr lang="zh-CN" altLang="en-US" dirty="0"/>
              <a:t>在</a:t>
            </a:r>
            <a:r>
              <a:rPr lang="en-US" altLang="zh-CN" dirty="0" err="1"/>
              <a:t>vscode</a:t>
            </a:r>
            <a:r>
              <a:rPr lang="zh-CN" altLang="en-US" dirty="0"/>
              <a:t>中选择</a:t>
            </a:r>
            <a:r>
              <a:rPr lang="en-US" altLang="zh-CN" dirty="0"/>
              <a:t>KiCad</a:t>
            </a:r>
            <a:r>
              <a:rPr lang="zh-CN" altLang="en-US" dirty="0"/>
              <a:t>源代码目录并打开</a:t>
            </a:r>
            <a:endParaRPr lang="en-US" altLang="zh-CN" dirty="0"/>
          </a:p>
          <a:p>
            <a:pPr marL="342900" indent="-342900">
              <a:buFont typeface="+mj-lt"/>
              <a:buAutoNum type="arabicPeriod"/>
            </a:pPr>
            <a:r>
              <a:rPr lang="zh-CN" altLang="en-US" dirty="0"/>
              <a:t>可以在</a:t>
            </a:r>
            <a:r>
              <a:rPr lang="en-US" altLang="zh-CN" dirty="0" err="1"/>
              <a:t>vscode</a:t>
            </a:r>
            <a:r>
              <a:rPr lang="zh-CN" altLang="en-US" dirty="0"/>
              <a:t>的命令行中运行</a:t>
            </a:r>
            <a:r>
              <a:rPr lang="en-US" altLang="zh-CN" dirty="0"/>
              <a:t>cl</a:t>
            </a:r>
            <a:r>
              <a:rPr lang="zh-CN" altLang="en-US" dirty="0"/>
              <a:t>指令以验证开发环境是否生效</a:t>
            </a:r>
            <a:endParaRPr lang="en-US" altLang="zh-CN" dirty="0"/>
          </a:p>
          <a:p>
            <a:pPr marL="342900" indent="-342900">
              <a:buFont typeface="+mj-lt"/>
              <a:buAutoNum type="arabicPeriod"/>
            </a:pPr>
            <a:endParaRPr lang="en-US" dirty="0"/>
          </a:p>
        </p:txBody>
      </p:sp>
      <p:pic>
        <p:nvPicPr>
          <p:cNvPr id="8" name="Picture 7">
            <a:extLst>
              <a:ext uri="{FF2B5EF4-FFF2-40B4-BE49-F238E27FC236}">
                <a16:creationId xmlns:a16="http://schemas.microsoft.com/office/drawing/2014/main" id="{212D4488-FEC2-39A2-02DB-46AB5DAB73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5397" y="2026298"/>
            <a:ext cx="3790797" cy="4356186"/>
          </a:xfrm>
          <a:prstGeom prst="rect">
            <a:avLst/>
          </a:prstGeom>
        </p:spPr>
      </p:pic>
      <p:pic>
        <p:nvPicPr>
          <p:cNvPr id="12" name="Picture 11">
            <a:extLst>
              <a:ext uri="{FF2B5EF4-FFF2-40B4-BE49-F238E27FC236}">
                <a16:creationId xmlns:a16="http://schemas.microsoft.com/office/drawing/2014/main" id="{9F59B317-9BFE-E490-03D8-236FDAF653ED}"/>
              </a:ext>
            </a:extLst>
          </p:cNvPr>
          <p:cNvPicPr>
            <a:picLocks noChangeAspect="1"/>
          </p:cNvPicPr>
          <p:nvPr/>
        </p:nvPicPr>
        <p:blipFill>
          <a:blip r:embed="rId4"/>
          <a:stretch>
            <a:fillRect/>
          </a:stretch>
        </p:blipFill>
        <p:spPr>
          <a:xfrm>
            <a:off x="1968759" y="5259682"/>
            <a:ext cx="6126010" cy="1122802"/>
          </a:xfrm>
          <a:prstGeom prst="rect">
            <a:avLst/>
          </a:prstGeom>
        </p:spPr>
      </p:pic>
    </p:spTree>
    <p:extLst>
      <p:ext uri="{BB962C8B-B14F-4D97-AF65-F5344CB8AC3E}">
        <p14:creationId xmlns:p14="http://schemas.microsoft.com/office/powerpoint/2010/main" val="32327269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A5BE4-812C-645D-C72F-65F85F9892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DE416C-3081-ECDB-A94B-3C01903694F8}"/>
              </a:ext>
            </a:extLst>
          </p:cNvPr>
          <p:cNvSpPr>
            <a:spLocks noGrp="1"/>
          </p:cNvSpPr>
          <p:nvPr>
            <p:ph type="title"/>
          </p:nvPr>
        </p:nvSpPr>
        <p:spPr/>
        <p:txBody>
          <a:bodyPr/>
          <a:lstStyle/>
          <a:p>
            <a:r>
              <a:rPr lang="zh-CN" altLang="en-US" dirty="0"/>
              <a:t>使用正确位置下合适版本的</a:t>
            </a:r>
            <a:r>
              <a:rPr lang="en-US" altLang="zh-CN" dirty="0" err="1"/>
              <a:t>vcpkg</a:t>
            </a:r>
            <a:endParaRPr lang="en-US" dirty="0"/>
          </a:p>
        </p:txBody>
      </p:sp>
      <p:pic>
        <p:nvPicPr>
          <p:cNvPr id="4" name="Picture 3">
            <a:extLst>
              <a:ext uri="{FF2B5EF4-FFF2-40B4-BE49-F238E27FC236}">
                <a16:creationId xmlns:a16="http://schemas.microsoft.com/office/drawing/2014/main" id="{D268FAD7-283A-70B7-3F3C-2BFA4CAAABDD}"/>
              </a:ext>
            </a:extLst>
          </p:cNvPr>
          <p:cNvPicPr>
            <a:picLocks noChangeAspect="1"/>
          </p:cNvPicPr>
          <p:nvPr/>
        </p:nvPicPr>
        <p:blipFill>
          <a:blip r:embed="rId3"/>
          <a:stretch>
            <a:fillRect/>
          </a:stretch>
        </p:blipFill>
        <p:spPr>
          <a:xfrm>
            <a:off x="2592924" y="1611669"/>
            <a:ext cx="9366107" cy="4975744"/>
          </a:xfrm>
          <a:prstGeom prst="rect">
            <a:avLst/>
          </a:prstGeom>
        </p:spPr>
      </p:pic>
    </p:spTree>
    <p:extLst>
      <p:ext uri="{BB962C8B-B14F-4D97-AF65-F5344CB8AC3E}">
        <p14:creationId xmlns:p14="http://schemas.microsoft.com/office/powerpoint/2010/main" val="2132964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626EA-4819-778F-E312-605F5988A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93DBD-CADF-C8A6-F704-3D381D7CF2DE}"/>
              </a:ext>
            </a:extLst>
          </p:cNvPr>
          <p:cNvSpPr>
            <a:spLocks noGrp="1"/>
          </p:cNvSpPr>
          <p:nvPr>
            <p:ph type="title"/>
          </p:nvPr>
        </p:nvSpPr>
        <p:spPr>
          <a:xfrm>
            <a:off x="2592924" y="624110"/>
            <a:ext cx="9172978" cy="1251343"/>
          </a:xfrm>
        </p:spPr>
        <p:txBody>
          <a:bodyPr/>
          <a:lstStyle/>
          <a:p>
            <a:r>
              <a:rPr lang="zh-CN" altLang="en-US" dirty="0"/>
              <a:t>从</a:t>
            </a:r>
            <a:r>
              <a:rPr lang="en-US" altLang="zh-CN" dirty="0" err="1"/>
              <a:t>CMakePresets.sample</a:t>
            </a:r>
            <a:r>
              <a:rPr lang="zh-CN" altLang="en-US" dirty="0"/>
              <a:t>创建</a:t>
            </a:r>
            <a:r>
              <a:rPr lang="en-US" altLang="zh-CN" dirty="0" err="1"/>
              <a:t>cmake</a:t>
            </a:r>
            <a:r>
              <a:rPr lang="zh-CN" altLang="en-US" dirty="0"/>
              <a:t>配置</a:t>
            </a:r>
            <a:endParaRPr lang="en-US" dirty="0"/>
          </a:p>
        </p:txBody>
      </p:sp>
      <p:pic>
        <p:nvPicPr>
          <p:cNvPr id="4" name="Picture 3">
            <a:extLst>
              <a:ext uri="{FF2B5EF4-FFF2-40B4-BE49-F238E27FC236}">
                <a16:creationId xmlns:a16="http://schemas.microsoft.com/office/drawing/2014/main" id="{CA3BDEAE-60FD-1892-A600-4DE6F8BC07B5}"/>
              </a:ext>
            </a:extLst>
          </p:cNvPr>
          <p:cNvPicPr>
            <a:picLocks noChangeAspect="1"/>
          </p:cNvPicPr>
          <p:nvPr/>
        </p:nvPicPr>
        <p:blipFill>
          <a:blip r:embed="rId3"/>
          <a:stretch>
            <a:fillRect/>
          </a:stretch>
        </p:blipFill>
        <p:spPr>
          <a:xfrm>
            <a:off x="2658238" y="1614645"/>
            <a:ext cx="9448324" cy="5019422"/>
          </a:xfrm>
          <a:prstGeom prst="rect">
            <a:avLst/>
          </a:prstGeom>
        </p:spPr>
      </p:pic>
    </p:spTree>
    <p:extLst>
      <p:ext uri="{BB962C8B-B14F-4D97-AF65-F5344CB8AC3E}">
        <p14:creationId xmlns:p14="http://schemas.microsoft.com/office/powerpoint/2010/main" val="267245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9B088-4032-06B3-04B9-4E898D7A0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3A923-72AA-B477-4026-C1AE2CE4083F}"/>
              </a:ext>
            </a:extLst>
          </p:cNvPr>
          <p:cNvSpPr>
            <a:spLocks noGrp="1"/>
          </p:cNvSpPr>
          <p:nvPr>
            <p:ph type="title"/>
          </p:nvPr>
        </p:nvSpPr>
        <p:spPr>
          <a:xfrm>
            <a:off x="2592924" y="624110"/>
            <a:ext cx="9172978" cy="1251343"/>
          </a:xfrm>
        </p:spPr>
        <p:txBody>
          <a:bodyPr/>
          <a:lstStyle/>
          <a:p>
            <a:r>
              <a:rPr lang="zh-CN" altLang="en-US" dirty="0"/>
              <a:t>在</a:t>
            </a:r>
            <a:r>
              <a:rPr lang="en-US" altLang="zh-CN" dirty="0" err="1"/>
              <a:t>vscode</a:t>
            </a:r>
            <a:r>
              <a:rPr lang="zh-CN" altLang="en-US" dirty="0"/>
              <a:t>中运行</a:t>
            </a:r>
            <a:r>
              <a:rPr lang="en-US" altLang="zh-CN" dirty="0" err="1"/>
              <a:t>cmake</a:t>
            </a:r>
            <a:r>
              <a:rPr lang="en-US" altLang="zh-CN" dirty="0"/>
              <a:t> workflow</a:t>
            </a:r>
            <a:endParaRPr lang="en-US" dirty="0"/>
          </a:p>
        </p:txBody>
      </p:sp>
      <p:pic>
        <p:nvPicPr>
          <p:cNvPr id="8" name="Picture 7">
            <a:extLst>
              <a:ext uri="{FF2B5EF4-FFF2-40B4-BE49-F238E27FC236}">
                <a16:creationId xmlns:a16="http://schemas.microsoft.com/office/drawing/2014/main" id="{DE5F0C3E-6987-870C-80C5-ED998710D5F3}"/>
              </a:ext>
            </a:extLst>
          </p:cNvPr>
          <p:cNvPicPr>
            <a:picLocks noChangeAspect="1"/>
          </p:cNvPicPr>
          <p:nvPr/>
        </p:nvPicPr>
        <p:blipFill>
          <a:blip r:embed="rId3"/>
          <a:stretch>
            <a:fillRect/>
          </a:stretch>
        </p:blipFill>
        <p:spPr>
          <a:xfrm>
            <a:off x="2669251" y="1595533"/>
            <a:ext cx="9020324" cy="4792047"/>
          </a:xfrm>
          <a:prstGeom prst="rect">
            <a:avLst/>
          </a:prstGeom>
        </p:spPr>
      </p:pic>
    </p:spTree>
    <p:extLst>
      <p:ext uri="{BB962C8B-B14F-4D97-AF65-F5344CB8AC3E}">
        <p14:creationId xmlns:p14="http://schemas.microsoft.com/office/powerpoint/2010/main" val="5704231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88EA5-ACE3-8379-B2C9-C3A3F8093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2FA83-9F7F-FF14-6AAD-44E94009782D}"/>
              </a:ext>
            </a:extLst>
          </p:cNvPr>
          <p:cNvSpPr>
            <a:spLocks noGrp="1"/>
          </p:cNvSpPr>
          <p:nvPr>
            <p:ph type="title"/>
          </p:nvPr>
        </p:nvSpPr>
        <p:spPr>
          <a:xfrm>
            <a:off x="2592924" y="624110"/>
            <a:ext cx="9172978" cy="1251343"/>
          </a:xfrm>
        </p:spPr>
        <p:txBody>
          <a:bodyPr/>
          <a:lstStyle/>
          <a:p>
            <a:r>
              <a:rPr lang="zh-CN" altLang="en-US" dirty="0"/>
              <a:t>运行</a:t>
            </a:r>
            <a:r>
              <a:rPr lang="en-US" altLang="zh-CN" dirty="0"/>
              <a:t>post_build.ps1</a:t>
            </a:r>
            <a:r>
              <a:rPr lang="zh-CN" altLang="en-US" dirty="0"/>
              <a:t>安装所有运行时依赖</a:t>
            </a:r>
            <a:endParaRPr lang="en-US" dirty="0"/>
          </a:p>
        </p:txBody>
      </p:sp>
      <p:pic>
        <p:nvPicPr>
          <p:cNvPr id="6" name="Picture 5">
            <a:extLst>
              <a:ext uri="{FF2B5EF4-FFF2-40B4-BE49-F238E27FC236}">
                <a16:creationId xmlns:a16="http://schemas.microsoft.com/office/drawing/2014/main" id="{02CA2343-6378-DC49-998F-574CB873A360}"/>
              </a:ext>
            </a:extLst>
          </p:cNvPr>
          <p:cNvPicPr>
            <a:picLocks noChangeAspect="1"/>
          </p:cNvPicPr>
          <p:nvPr/>
        </p:nvPicPr>
        <p:blipFill>
          <a:blip r:embed="rId3"/>
          <a:stretch>
            <a:fillRect/>
          </a:stretch>
        </p:blipFill>
        <p:spPr>
          <a:xfrm>
            <a:off x="2668555" y="2181418"/>
            <a:ext cx="8521960" cy="4527292"/>
          </a:xfrm>
          <a:prstGeom prst="rect">
            <a:avLst/>
          </a:prstGeom>
        </p:spPr>
      </p:pic>
      <p:sp>
        <p:nvSpPr>
          <p:cNvPr id="7" name="TextBox 6">
            <a:extLst>
              <a:ext uri="{FF2B5EF4-FFF2-40B4-BE49-F238E27FC236}">
                <a16:creationId xmlns:a16="http://schemas.microsoft.com/office/drawing/2014/main" id="{9CDE893D-8771-A65C-63FA-9DF0A796D93E}"/>
              </a:ext>
            </a:extLst>
          </p:cNvPr>
          <p:cNvSpPr txBox="1"/>
          <p:nvPr/>
        </p:nvSpPr>
        <p:spPr>
          <a:xfrm>
            <a:off x="2592924" y="1645108"/>
            <a:ext cx="5593198" cy="369332"/>
          </a:xfrm>
          <a:prstGeom prst="rect">
            <a:avLst/>
          </a:prstGeom>
          <a:noFill/>
        </p:spPr>
        <p:txBody>
          <a:bodyPr wrap="none" rtlCol="0">
            <a:spAutoFit/>
          </a:bodyPr>
          <a:lstStyle/>
          <a:p>
            <a:r>
              <a:rPr lang="zh-CN" altLang="en-US" dirty="0"/>
              <a:t>在</a:t>
            </a:r>
            <a:r>
              <a:rPr lang="en-US" altLang="zh-CN" dirty="0" err="1"/>
              <a:t>vscode</a:t>
            </a:r>
            <a:r>
              <a:rPr lang="zh-CN" altLang="en-US" dirty="0"/>
              <a:t>命令行中运行</a:t>
            </a:r>
            <a:r>
              <a:rPr lang="en-US" altLang="zh-CN" dirty="0"/>
              <a:t>.\tools\post_build.ps1</a:t>
            </a:r>
            <a:r>
              <a:rPr lang="zh-CN" altLang="en-US" dirty="0"/>
              <a:t>即可</a:t>
            </a:r>
            <a:r>
              <a:rPr lang="en-US" altLang="zh-CN" dirty="0"/>
              <a:t>:</a:t>
            </a:r>
            <a:endParaRPr lang="en-US" dirty="0"/>
          </a:p>
        </p:txBody>
      </p:sp>
    </p:spTree>
    <p:extLst>
      <p:ext uri="{BB962C8B-B14F-4D97-AF65-F5344CB8AC3E}">
        <p14:creationId xmlns:p14="http://schemas.microsoft.com/office/powerpoint/2010/main" val="1907777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907FF-0480-1CEF-0CBF-44E19862D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378AC-1A92-78D9-13A1-B37D76748FC1}"/>
              </a:ext>
            </a:extLst>
          </p:cNvPr>
          <p:cNvSpPr>
            <a:spLocks noGrp="1"/>
          </p:cNvSpPr>
          <p:nvPr>
            <p:ph type="title"/>
          </p:nvPr>
        </p:nvSpPr>
        <p:spPr>
          <a:xfrm>
            <a:off x="2592924" y="624110"/>
            <a:ext cx="9172978" cy="1251343"/>
          </a:xfrm>
        </p:spPr>
        <p:txBody>
          <a:bodyPr/>
          <a:lstStyle/>
          <a:p>
            <a:r>
              <a:rPr lang="zh-CN" altLang="en-US" dirty="0"/>
              <a:t>运行</a:t>
            </a:r>
            <a:r>
              <a:rPr lang="en-US" altLang="zh-CN" dirty="0"/>
              <a:t>post_build.ps1</a:t>
            </a:r>
            <a:r>
              <a:rPr lang="zh-CN" altLang="en-US" dirty="0"/>
              <a:t>安装所有运行时依赖</a:t>
            </a:r>
            <a:endParaRPr lang="en-US" dirty="0"/>
          </a:p>
        </p:txBody>
      </p:sp>
      <p:sp>
        <p:nvSpPr>
          <p:cNvPr id="7" name="TextBox 6">
            <a:extLst>
              <a:ext uri="{FF2B5EF4-FFF2-40B4-BE49-F238E27FC236}">
                <a16:creationId xmlns:a16="http://schemas.microsoft.com/office/drawing/2014/main" id="{31E28A93-0393-751F-F89A-077CF92DB1B4}"/>
              </a:ext>
            </a:extLst>
          </p:cNvPr>
          <p:cNvSpPr txBox="1"/>
          <p:nvPr/>
        </p:nvSpPr>
        <p:spPr>
          <a:xfrm>
            <a:off x="2592924" y="1645109"/>
            <a:ext cx="8603811" cy="2585323"/>
          </a:xfrm>
          <a:prstGeom prst="rect">
            <a:avLst/>
          </a:prstGeom>
          <a:noFill/>
        </p:spPr>
        <p:txBody>
          <a:bodyPr wrap="square" rtlCol="0">
            <a:spAutoFit/>
          </a:bodyPr>
          <a:lstStyle/>
          <a:p>
            <a:r>
              <a:rPr lang="zh-CN" altLang="en-US" dirty="0"/>
              <a:t>如果遇到如下报错、提示当前系统不允许运行脚本，可以以管理员启动</a:t>
            </a:r>
            <a:r>
              <a:rPr lang="en-US" altLang="zh-CN" dirty="0" err="1"/>
              <a:t>powershell</a:t>
            </a:r>
            <a:r>
              <a:rPr lang="zh-CN" altLang="en-US" dirty="0"/>
              <a:t>，执行如下命令允许运行脚本：</a:t>
            </a:r>
            <a:endParaRPr lang="en-US" altLang="zh-CN" dirty="0"/>
          </a:p>
          <a:p>
            <a:endParaRPr lang="en-US" altLang="zh-CN" dirty="0"/>
          </a:p>
          <a:p>
            <a:r>
              <a:rPr kumimoji="0" lang="en-US" altLang="en-US" b="0" i="0" u="none" strike="noStrike" cap="none" normalizeH="0" baseline="0">
                <a:ln>
                  <a:noFill/>
                </a:ln>
                <a:solidFill>
                  <a:schemeClr val="tx1"/>
                </a:solidFill>
                <a:effectLst/>
                <a:latin typeface="Arial Unicode MS"/>
                <a:ea typeface="inherit"/>
              </a:rPr>
              <a:t>Set-</a:t>
            </a:r>
            <a:r>
              <a:rPr kumimoji="0" lang="en-US" altLang="en-US" b="0" i="0" u="none" strike="noStrike" cap="none" normalizeH="0" baseline="0" dirty="0" err="1">
                <a:ln>
                  <a:noFill/>
                </a:ln>
                <a:solidFill>
                  <a:schemeClr val="tx1"/>
                </a:solidFill>
                <a:effectLst/>
                <a:latin typeface="Arial Unicode MS"/>
                <a:ea typeface="inherit"/>
              </a:rPr>
              <a:t>ExecutionPolicy</a:t>
            </a:r>
            <a:r>
              <a:rPr kumimoji="0" lang="en-US" altLang="en-US" b="0" i="0" u="none" strike="noStrike" cap="none" normalizeH="0" baseline="0" dirty="0">
                <a:ln>
                  <a:noFill/>
                </a:ln>
                <a:solidFill>
                  <a:schemeClr val="tx1"/>
                </a:solidFill>
                <a:effectLst/>
                <a:latin typeface="Arial Unicode MS"/>
                <a:ea typeface="inherit"/>
              </a:rPr>
              <a:t> </a:t>
            </a:r>
            <a:r>
              <a:rPr kumimoji="0" lang="en-US" altLang="en-US" b="0" i="0" u="none" strike="noStrike" cap="none" normalizeH="0" baseline="0" dirty="0" err="1">
                <a:ln>
                  <a:noFill/>
                </a:ln>
                <a:solidFill>
                  <a:schemeClr val="tx1"/>
                </a:solidFill>
                <a:effectLst/>
                <a:latin typeface="Arial Unicode MS"/>
                <a:ea typeface="inherit"/>
              </a:rPr>
              <a:t>RemoteSigned</a:t>
            </a:r>
            <a:br>
              <a:rPr kumimoji="0" lang="en-US" altLang="en-US" sz="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US" altLang="zh-CN" dirty="0"/>
          </a:p>
          <a:p>
            <a:endParaRPr lang="en-US" altLang="zh-CN" dirty="0"/>
          </a:p>
          <a:p>
            <a:endParaRPr lang="en-US" dirty="0"/>
          </a:p>
          <a:p>
            <a:endParaRPr lang="en-US" dirty="0"/>
          </a:p>
        </p:txBody>
      </p:sp>
      <p:pic>
        <p:nvPicPr>
          <p:cNvPr id="8" name="Picture 7">
            <a:extLst>
              <a:ext uri="{FF2B5EF4-FFF2-40B4-BE49-F238E27FC236}">
                <a16:creationId xmlns:a16="http://schemas.microsoft.com/office/drawing/2014/main" id="{1EDBE300-B4B2-6964-CADD-8BC4E0FC84F4}"/>
              </a:ext>
            </a:extLst>
          </p:cNvPr>
          <p:cNvPicPr>
            <a:picLocks noChangeAspect="1"/>
          </p:cNvPicPr>
          <p:nvPr/>
        </p:nvPicPr>
        <p:blipFill>
          <a:blip r:embed="rId3"/>
          <a:stretch>
            <a:fillRect/>
          </a:stretch>
        </p:blipFill>
        <p:spPr>
          <a:xfrm>
            <a:off x="2592924" y="3068800"/>
            <a:ext cx="8391525" cy="1466850"/>
          </a:xfrm>
          <a:prstGeom prst="rect">
            <a:avLst/>
          </a:prstGeom>
        </p:spPr>
      </p:pic>
    </p:spTree>
    <p:extLst>
      <p:ext uri="{BB962C8B-B14F-4D97-AF65-F5344CB8AC3E}">
        <p14:creationId xmlns:p14="http://schemas.microsoft.com/office/powerpoint/2010/main" val="26731361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54845-A1F3-3318-7A7B-E63C1443D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57D4B-D575-2934-6D0C-EB1ED6B729BD}"/>
              </a:ext>
            </a:extLst>
          </p:cNvPr>
          <p:cNvSpPr>
            <a:spLocks noGrp="1"/>
          </p:cNvSpPr>
          <p:nvPr>
            <p:ph type="title"/>
          </p:nvPr>
        </p:nvSpPr>
        <p:spPr>
          <a:xfrm>
            <a:off x="4880665" y="3249969"/>
            <a:ext cx="4011408" cy="514350"/>
          </a:xfrm>
        </p:spPr>
        <p:txBody>
          <a:bodyPr>
            <a:normAutofit fontScale="90000"/>
          </a:bodyPr>
          <a:lstStyle/>
          <a:p>
            <a:r>
              <a:rPr lang="en-US" dirty="0"/>
              <a:t>FAQ</a:t>
            </a:r>
            <a:r>
              <a:rPr lang="zh-CN" altLang="en-US" dirty="0"/>
              <a:t>篇</a:t>
            </a:r>
            <a:endParaRPr lang="en-US" dirty="0"/>
          </a:p>
        </p:txBody>
      </p:sp>
    </p:spTree>
    <p:extLst>
      <p:ext uri="{BB962C8B-B14F-4D97-AF65-F5344CB8AC3E}">
        <p14:creationId xmlns:p14="http://schemas.microsoft.com/office/powerpoint/2010/main" val="8153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B9DA7-BF0A-405B-824E-8BB26510E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551F9-4492-91C6-2BE0-DA4FF9F651D6}"/>
              </a:ext>
            </a:extLst>
          </p:cNvPr>
          <p:cNvSpPr>
            <a:spLocks noGrp="1"/>
          </p:cNvSpPr>
          <p:nvPr>
            <p:ph type="title"/>
          </p:nvPr>
        </p:nvSpPr>
        <p:spPr/>
        <p:txBody>
          <a:bodyPr/>
          <a:lstStyle/>
          <a:p>
            <a:r>
              <a:rPr lang="zh-CN" altLang="en-US" dirty="0"/>
              <a:t>如何配置</a:t>
            </a:r>
            <a:r>
              <a:rPr lang="en-US" altLang="zh-CN" dirty="0"/>
              <a:t>git</a:t>
            </a:r>
            <a:r>
              <a:rPr lang="zh-CN" altLang="en-US" dirty="0"/>
              <a:t>代理</a:t>
            </a:r>
            <a:endParaRPr lang="en-US" dirty="0"/>
          </a:p>
        </p:txBody>
      </p:sp>
      <p:sp>
        <p:nvSpPr>
          <p:cNvPr id="10" name="TextBox 9">
            <a:extLst>
              <a:ext uri="{FF2B5EF4-FFF2-40B4-BE49-F238E27FC236}">
                <a16:creationId xmlns:a16="http://schemas.microsoft.com/office/drawing/2014/main" id="{40702E1B-637E-431B-C35E-8658EDF5A440}"/>
              </a:ext>
            </a:extLst>
          </p:cNvPr>
          <p:cNvSpPr txBox="1"/>
          <p:nvPr/>
        </p:nvSpPr>
        <p:spPr>
          <a:xfrm>
            <a:off x="2592924" y="2023591"/>
            <a:ext cx="7792047" cy="1004506"/>
          </a:xfrm>
          <a:prstGeom prst="rect">
            <a:avLst/>
          </a:prstGeom>
          <a:noFill/>
        </p:spPr>
        <p:txBody>
          <a:bodyPr wrap="square">
            <a:spAutoFit/>
          </a:bodyPr>
          <a:lstStyle/>
          <a:p>
            <a:pPr>
              <a:lnSpc>
                <a:spcPts val="1425"/>
              </a:lnSpc>
              <a:buNone/>
            </a:pPr>
            <a:r>
              <a:rPr lang="fr-FR" b="0" dirty="0">
                <a:solidFill>
                  <a:srgbClr val="CE9178"/>
                </a:solidFill>
                <a:effectLst/>
                <a:latin typeface="Consolas" panose="020B0609020204030204" pitchFamily="49" charset="0"/>
              </a:rPr>
              <a:t>git config --global </a:t>
            </a:r>
            <a:r>
              <a:rPr lang="fr-FR" b="0" dirty="0" err="1">
                <a:solidFill>
                  <a:srgbClr val="CE9178"/>
                </a:solidFill>
                <a:effectLst/>
                <a:latin typeface="Consolas" panose="020B0609020204030204" pitchFamily="49" charset="0"/>
              </a:rPr>
              <a:t>http.proxy</a:t>
            </a:r>
            <a:r>
              <a:rPr lang="fr-FR" b="0" dirty="0">
                <a:solidFill>
                  <a:srgbClr val="CE9178"/>
                </a:solidFill>
                <a:effectLst/>
                <a:latin typeface="Consolas" panose="020B0609020204030204" pitchFamily="49" charset="0"/>
              </a:rPr>
              <a:t> </a:t>
            </a:r>
            <a:r>
              <a:rPr lang="fr-FR" dirty="0">
                <a:solidFill>
                  <a:srgbClr val="CE9178"/>
                </a:solidFill>
                <a:latin typeface="Consolas" panose="020B0609020204030204" pitchFamily="49" charset="0"/>
              </a:rPr>
              <a:t>http://localhost:2080</a:t>
            </a:r>
            <a:endParaRPr lang="fr-FR" b="0" dirty="0">
              <a:solidFill>
                <a:srgbClr val="CE9178"/>
              </a:solidFill>
              <a:effectLst/>
              <a:latin typeface="Consolas" panose="020B0609020204030204" pitchFamily="49" charset="0"/>
            </a:endParaRPr>
          </a:p>
          <a:p>
            <a:pPr>
              <a:lnSpc>
                <a:spcPts val="1425"/>
              </a:lnSpc>
              <a:buNone/>
            </a:pPr>
            <a:endParaRPr lang="fr-FR" b="0" dirty="0">
              <a:solidFill>
                <a:srgbClr val="CE9178"/>
              </a:solidFill>
              <a:effectLst/>
              <a:latin typeface="Consolas" panose="020B0609020204030204" pitchFamily="49" charset="0"/>
            </a:endParaRPr>
          </a:p>
          <a:p>
            <a:pPr>
              <a:lnSpc>
                <a:spcPts val="1425"/>
              </a:lnSpc>
            </a:pPr>
            <a:r>
              <a:rPr lang="fr-FR" b="0" dirty="0">
                <a:solidFill>
                  <a:srgbClr val="CE9178"/>
                </a:solidFill>
                <a:effectLst/>
                <a:latin typeface="Consolas" panose="020B0609020204030204" pitchFamily="49" charset="0"/>
              </a:rPr>
              <a:t>git config --global </a:t>
            </a:r>
            <a:r>
              <a:rPr lang="fr-FR" b="0" dirty="0" err="1">
                <a:solidFill>
                  <a:srgbClr val="CE9178"/>
                </a:solidFill>
                <a:effectLst/>
                <a:latin typeface="Consolas" panose="020B0609020204030204" pitchFamily="49" charset="0"/>
              </a:rPr>
              <a:t>https.proxy</a:t>
            </a:r>
            <a:r>
              <a:rPr lang="fr-FR" b="0" dirty="0">
                <a:solidFill>
                  <a:srgbClr val="CE9178"/>
                </a:solidFill>
                <a:effectLst/>
                <a:latin typeface="Consolas" panose="020B0609020204030204" pitchFamily="49" charset="0"/>
              </a:rPr>
              <a:t> </a:t>
            </a:r>
            <a:r>
              <a:rPr lang="fr-FR" dirty="0">
                <a:solidFill>
                  <a:srgbClr val="CE9178"/>
                </a:solidFill>
                <a:latin typeface="Consolas" panose="020B0609020204030204" pitchFamily="49" charset="0"/>
              </a:rPr>
              <a:t>http://localhost:2080</a:t>
            </a:r>
            <a:endParaRPr lang="fr-FR" b="0" dirty="0">
              <a:solidFill>
                <a:srgbClr val="CE9178"/>
              </a:solidFill>
              <a:effectLst/>
              <a:latin typeface="Consolas" panose="020B0609020204030204" pitchFamily="49" charset="0"/>
            </a:endParaRPr>
          </a:p>
          <a:p>
            <a:pPr>
              <a:lnSpc>
                <a:spcPts val="1425"/>
              </a:lnSpc>
              <a:buNone/>
            </a:pPr>
            <a:endParaRPr lang="fr-FR" b="0" dirty="0">
              <a:solidFill>
                <a:srgbClr val="CE9178"/>
              </a:solidFill>
              <a:effectLst/>
              <a:latin typeface="Consolas" panose="020B0609020204030204" pitchFamily="49" charset="0"/>
            </a:endParaRPr>
          </a:p>
          <a:p>
            <a:pPr>
              <a:lnSpc>
                <a:spcPts val="1425"/>
              </a:lnSpc>
              <a:buNone/>
            </a:pPr>
            <a:endParaRPr lang="fr-FR" b="0" dirty="0">
              <a:solidFill>
                <a:srgbClr val="CE9178"/>
              </a:solidFill>
              <a:effectLst/>
              <a:latin typeface="Consolas" panose="020B0609020204030204" pitchFamily="49" charset="0"/>
            </a:endParaRPr>
          </a:p>
        </p:txBody>
      </p:sp>
      <p:pic>
        <p:nvPicPr>
          <p:cNvPr id="7" name="Picture 6">
            <a:extLst>
              <a:ext uri="{FF2B5EF4-FFF2-40B4-BE49-F238E27FC236}">
                <a16:creationId xmlns:a16="http://schemas.microsoft.com/office/drawing/2014/main" id="{1F191F82-D8E2-679B-9D43-0912117C06EF}"/>
              </a:ext>
            </a:extLst>
          </p:cNvPr>
          <p:cNvPicPr>
            <a:picLocks noChangeAspect="1"/>
          </p:cNvPicPr>
          <p:nvPr/>
        </p:nvPicPr>
        <p:blipFill>
          <a:blip r:embed="rId3"/>
          <a:stretch>
            <a:fillRect/>
          </a:stretch>
        </p:blipFill>
        <p:spPr>
          <a:xfrm>
            <a:off x="6737252" y="3386905"/>
            <a:ext cx="4767359" cy="3165707"/>
          </a:xfrm>
          <a:prstGeom prst="rect">
            <a:avLst/>
          </a:prstGeom>
        </p:spPr>
      </p:pic>
    </p:spTree>
    <p:extLst>
      <p:ext uri="{BB962C8B-B14F-4D97-AF65-F5344CB8AC3E}">
        <p14:creationId xmlns:p14="http://schemas.microsoft.com/office/powerpoint/2010/main" val="35115522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368B2-E5FD-8A81-8A9F-8D485ACBF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AEC15-041F-EAF1-571A-F2BA6EB58D4D}"/>
              </a:ext>
            </a:extLst>
          </p:cNvPr>
          <p:cNvSpPr>
            <a:spLocks noGrp="1"/>
          </p:cNvSpPr>
          <p:nvPr>
            <p:ph type="title"/>
          </p:nvPr>
        </p:nvSpPr>
        <p:spPr/>
        <p:txBody>
          <a:bodyPr/>
          <a:lstStyle/>
          <a:p>
            <a:r>
              <a:rPr lang="zh-CN" altLang="en-US" dirty="0"/>
              <a:t>如何配置</a:t>
            </a:r>
            <a:r>
              <a:rPr lang="en-US" altLang="zh-CN" dirty="0"/>
              <a:t>VCPKG</a:t>
            </a:r>
            <a:r>
              <a:rPr lang="zh-CN" altLang="en-US" dirty="0"/>
              <a:t>代理</a:t>
            </a:r>
            <a:endParaRPr lang="en-US" dirty="0"/>
          </a:p>
        </p:txBody>
      </p:sp>
      <p:pic>
        <p:nvPicPr>
          <p:cNvPr id="18" name="Picture 17">
            <a:extLst>
              <a:ext uri="{FF2B5EF4-FFF2-40B4-BE49-F238E27FC236}">
                <a16:creationId xmlns:a16="http://schemas.microsoft.com/office/drawing/2014/main" id="{2AF5A4CB-A7C0-2431-79BB-AF477C713ADB}"/>
              </a:ext>
            </a:extLst>
          </p:cNvPr>
          <p:cNvPicPr>
            <a:picLocks noChangeAspect="1"/>
          </p:cNvPicPr>
          <p:nvPr/>
        </p:nvPicPr>
        <p:blipFill>
          <a:blip r:embed="rId3"/>
          <a:stretch>
            <a:fillRect/>
          </a:stretch>
        </p:blipFill>
        <p:spPr>
          <a:xfrm>
            <a:off x="2592924" y="4873204"/>
            <a:ext cx="8229600" cy="1819275"/>
          </a:xfrm>
          <a:prstGeom prst="rect">
            <a:avLst/>
          </a:prstGeom>
        </p:spPr>
      </p:pic>
      <p:pic>
        <p:nvPicPr>
          <p:cNvPr id="20" name="Picture 19">
            <a:extLst>
              <a:ext uri="{FF2B5EF4-FFF2-40B4-BE49-F238E27FC236}">
                <a16:creationId xmlns:a16="http://schemas.microsoft.com/office/drawing/2014/main" id="{27C3A565-6992-67EB-F3FB-FFE17AD94BCD}"/>
              </a:ext>
            </a:extLst>
          </p:cNvPr>
          <p:cNvPicPr>
            <a:picLocks noChangeAspect="1"/>
          </p:cNvPicPr>
          <p:nvPr/>
        </p:nvPicPr>
        <p:blipFill>
          <a:blip r:embed="rId4"/>
          <a:stretch>
            <a:fillRect/>
          </a:stretch>
        </p:blipFill>
        <p:spPr>
          <a:xfrm>
            <a:off x="2592924" y="1642478"/>
            <a:ext cx="6438900" cy="2971800"/>
          </a:xfrm>
          <a:prstGeom prst="rect">
            <a:avLst/>
          </a:prstGeom>
        </p:spPr>
      </p:pic>
    </p:spTree>
    <p:extLst>
      <p:ext uri="{BB962C8B-B14F-4D97-AF65-F5344CB8AC3E}">
        <p14:creationId xmlns:p14="http://schemas.microsoft.com/office/powerpoint/2010/main" val="249709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D6904-796D-3C38-0634-462A46320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E7FBE-3112-E2BB-A82E-C9DE9CBFD8BC}"/>
              </a:ext>
            </a:extLst>
          </p:cNvPr>
          <p:cNvSpPr>
            <a:spLocks noGrp="1"/>
          </p:cNvSpPr>
          <p:nvPr>
            <p:ph type="title"/>
          </p:nvPr>
        </p:nvSpPr>
        <p:spPr/>
        <p:txBody>
          <a:bodyPr/>
          <a:lstStyle/>
          <a:p>
            <a:r>
              <a:rPr lang="zh-CN" altLang="en-US" dirty="0"/>
              <a:t>如何配置</a:t>
            </a:r>
            <a:r>
              <a:rPr lang="en-US" altLang="zh-CN" dirty="0"/>
              <a:t>VCPKG</a:t>
            </a:r>
            <a:r>
              <a:rPr lang="zh-CN" altLang="en-US" dirty="0"/>
              <a:t>代理</a:t>
            </a:r>
            <a:endParaRPr lang="en-US" dirty="0"/>
          </a:p>
        </p:txBody>
      </p:sp>
      <p:pic>
        <p:nvPicPr>
          <p:cNvPr id="9" name="Picture 8">
            <a:extLst>
              <a:ext uri="{FF2B5EF4-FFF2-40B4-BE49-F238E27FC236}">
                <a16:creationId xmlns:a16="http://schemas.microsoft.com/office/drawing/2014/main" id="{8E1FF9CD-73A4-9BDA-1D95-C9DEEB28E628}"/>
              </a:ext>
            </a:extLst>
          </p:cNvPr>
          <p:cNvPicPr>
            <a:picLocks noChangeAspect="1"/>
          </p:cNvPicPr>
          <p:nvPr/>
        </p:nvPicPr>
        <p:blipFill>
          <a:blip r:embed="rId3"/>
          <a:stretch>
            <a:fillRect/>
          </a:stretch>
        </p:blipFill>
        <p:spPr>
          <a:xfrm>
            <a:off x="2592924" y="4013707"/>
            <a:ext cx="7045598" cy="2699182"/>
          </a:xfrm>
          <a:prstGeom prst="rect">
            <a:avLst/>
          </a:prstGeom>
        </p:spPr>
      </p:pic>
      <p:pic>
        <p:nvPicPr>
          <p:cNvPr id="22" name="Picture 21">
            <a:extLst>
              <a:ext uri="{FF2B5EF4-FFF2-40B4-BE49-F238E27FC236}">
                <a16:creationId xmlns:a16="http://schemas.microsoft.com/office/drawing/2014/main" id="{8DDB81A1-0C58-9905-F0FE-B37C7FA32130}"/>
              </a:ext>
            </a:extLst>
          </p:cNvPr>
          <p:cNvPicPr>
            <a:picLocks noChangeAspect="1"/>
          </p:cNvPicPr>
          <p:nvPr/>
        </p:nvPicPr>
        <p:blipFill>
          <a:blip r:embed="rId4"/>
          <a:stretch>
            <a:fillRect/>
          </a:stretch>
        </p:blipFill>
        <p:spPr>
          <a:xfrm>
            <a:off x="2592924" y="1613537"/>
            <a:ext cx="5011025" cy="2151365"/>
          </a:xfrm>
          <a:prstGeom prst="rect">
            <a:avLst/>
          </a:prstGeom>
        </p:spPr>
      </p:pic>
    </p:spTree>
    <p:extLst>
      <p:ext uri="{BB962C8B-B14F-4D97-AF65-F5344CB8AC3E}">
        <p14:creationId xmlns:p14="http://schemas.microsoft.com/office/powerpoint/2010/main" val="41429093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E06E5-5A1C-5F34-88CD-5CA60D1D8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E050D-A159-2B7A-559A-E4F3245728F7}"/>
              </a:ext>
            </a:extLst>
          </p:cNvPr>
          <p:cNvSpPr>
            <a:spLocks noGrp="1"/>
          </p:cNvSpPr>
          <p:nvPr>
            <p:ph type="title"/>
          </p:nvPr>
        </p:nvSpPr>
        <p:spPr/>
        <p:txBody>
          <a:bodyPr/>
          <a:lstStyle/>
          <a:p>
            <a:r>
              <a:rPr lang="zh-CN" altLang="en-US" dirty="0"/>
              <a:t>如何加快构建速度</a:t>
            </a:r>
            <a:endParaRPr lang="en-US" dirty="0"/>
          </a:p>
        </p:txBody>
      </p:sp>
      <p:pic>
        <p:nvPicPr>
          <p:cNvPr id="4" name="Picture 3">
            <a:extLst>
              <a:ext uri="{FF2B5EF4-FFF2-40B4-BE49-F238E27FC236}">
                <a16:creationId xmlns:a16="http://schemas.microsoft.com/office/drawing/2014/main" id="{4867DC09-063B-8F7B-0436-3690C27F2C9C}"/>
              </a:ext>
            </a:extLst>
          </p:cNvPr>
          <p:cNvPicPr>
            <a:picLocks noChangeAspect="1"/>
          </p:cNvPicPr>
          <p:nvPr/>
        </p:nvPicPr>
        <p:blipFill>
          <a:blip r:embed="rId3"/>
          <a:stretch>
            <a:fillRect/>
          </a:stretch>
        </p:blipFill>
        <p:spPr>
          <a:xfrm>
            <a:off x="2592924" y="1974493"/>
            <a:ext cx="5827454" cy="3343833"/>
          </a:xfrm>
          <a:prstGeom prst="rect">
            <a:avLst/>
          </a:prstGeom>
        </p:spPr>
      </p:pic>
      <p:sp>
        <p:nvSpPr>
          <p:cNvPr id="9" name="TextBox 8">
            <a:extLst>
              <a:ext uri="{FF2B5EF4-FFF2-40B4-BE49-F238E27FC236}">
                <a16:creationId xmlns:a16="http://schemas.microsoft.com/office/drawing/2014/main" id="{5A86A21F-DF5E-8992-928B-8EC220AFFB09}"/>
              </a:ext>
            </a:extLst>
          </p:cNvPr>
          <p:cNvSpPr txBox="1"/>
          <p:nvPr/>
        </p:nvSpPr>
        <p:spPr>
          <a:xfrm>
            <a:off x="2592924" y="5910724"/>
            <a:ext cx="7558782" cy="369332"/>
          </a:xfrm>
          <a:prstGeom prst="rect">
            <a:avLst/>
          </a:prstGeom>
          <a:noFill/>
        </p:spPr>
        <p:txBody>
          <a:bodyPr wrap="square">
            <a:spAutoFit/>
          </a:bodyPr>
          <a:lstStyle/>
          <a:p>
            <a:r>
              <a:rPr lang="en-US" dirty="0"/>
              <a:t>https://www.kitware.com//cmake-building-with-all-your-cores/</a:t>
            </a:r>
          </a:p>
        </p:txBody>
      </p:sp>
    </p:spTree>
    <p:extLst>
      <p:ext uri="{BB962C8B-B14F-4D97-AF65-F5344CB8AC3E}">
        <p14:creationId xmlns:p14="http://schemas.microsoft.com/office/powerpoint/2010/main" val="23160468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DDABB-3B3D-39BD-F38C-F342FFF75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EBFF89-AA79-7A7F-B283-830CE11C7643}"/>
              </a:ext>
            </a:extLst>
          </p:cNvPr>
          <p:cNvSpPr>
            <a:spLocks noGrp="1"/>
          </p:cNvSpPr>
          <p:nvPr>
            <p:ph type="title"/>
          </p:nvPr>
        </p:nvSpPr>
        <p:spPr/>
        <p:txBody>
          <a:bodyPr/>
          <a:lstStyle/>
          <a:p>
            <a:r>
              <a:rPr lang="zh-CN" altLang="en-US" dirty="0"/>
              <a:t>如何加快构建速度</a:t>
            </a:r>
            <a:endParaRPr lang="en-US" dirty="0"/>
          </a:p>
        </p:txBody>
      </p:sp>
      <p:pic>
        <p:nvPicPr>
          <p:cNvPr id="6" name="Picture 5">
            <a:extLst>
              <a:ext uri="{FF2B5EF4-FFF2-40B4-BE49-F238E27FC236}">
                <a16:creationId xmlns:a16="http://schemas.microsoft.com/office/drawing/2014/main" id="{FF349DA8-36DB-5369-580E-23EDCBA55FBA}"/>
              </a:ext>
            </a:extLst>
          </p:cNvPr>
          <p:cNvPicPr>
            <a:picLocks noChangeAspect="1"/>
          </p:cNvPicPr>
          <p:nvPr/>
        </p:nvPicPr>
        <p:blipFill>
          <a:blip r:embed="rId3"/>
          <a:stretch>
            <a:fillRect/>
          </a:stretch>
        </p:blipFill>
        <p:spPr>
          <a:xfrm>
            <a:off x="2592924" y="1865082"/>
            <a:ext cx="8919540" cy="4318135"/>
          </a:xfrm>
          <a:prstGeom prst="rect">
            <a:avLst/>
          </a:prstGeom>
        </p:spPr>
      </p:pic>
    </p:spTree>
    <p:extLst>
      <p:ext uri="{BB962C8B-B14F-4D97-AF65-F5344CB8AC3E}">
        <p14:creationId xmlns:p14="http://schemas.microsoft.com/office/powerpoint/2010/main" val="590469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D66C-2E6A-FDE6-BF19-5FD08DF63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E62A7-971B-6D33-FFD1-4329ACC5B235}"/>
              </a:ext>
            </a:extLst>
          </p:cNvPr>
          <p:cNvSpPr>
            <a:spLocks noGrp="1"/>
          </p:cNvSpPr>
          <p:nvPr>
            <p:ph type="title"/>
          </p:nvPr>
        </p:nvSpPr>
        <p:spPr/>
        <p:txBody>
          <a:bodyPr/>
          <a:lstStyle/>
          <a:p>
            <a:r>
              <a:rPr lang="zh-CN" altLang="en-US" dirty="0"/>
              <a:t>只是改了不相关的文件却还是重构</a:t>
            </a:r>
            <a:endParaRPr lang="en-US" dirty="0"/>
          </a:p>
        </p:txBody>
      </p:sp>
      <p:pic>
        <p:nvPicPr>
          <p:cNvPr id="4" name="Picture 3">
            <a:extLst>
              <a:ext uri="{FF2B5EF4-FFF2-40B4-BE49-F238E27FC236}">
                <a16:creationId xmlns:a16="http://schemas.microsoft.com/office/drawing/2014/main" id="{0C44AFB6-486C-4AC1-ECDE-4D7C0F92A24A}"/>
              </a:ext>
            </a:extLst>
          </p:cNvPr>
          <p:cNvPicPr>
            <a:picLocks noChangeAspect="1"/>
          </p:cNvPicPr>
          <p:nvPr/>
        </p:nvPicPr>
        <p:blipFill>
          <a:blip r:embed="rId3"/>
          <a:stretch>
            <a:fillRect/>
          </a:stretch>
        </p:blipFill>
        <p:spPr>
          <a:xfrm>
            <a:off x="2592924" y="1802805"/>
            <a:ext cx="8421785" cy="4431085"/>
          </a:xfrm>
          <a:prstGeom prst="rect">
            <a:avLst/>
          </a:prstGeom>
        </p:spPr>
      </p:pic>
    </p:spTree>
    <p:extLst>
      <p:ext uri="{BB962C8B-B14F-4D97-AF65-F5344CB8AC3E}">
        <p14:creationId xmlns:p14="http://schemas.microsoft.com/office/powerpoint/2010/main" val="23580079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28956-9C07-3ACA-5CD8-F673820B7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5FA4C-C2BF-B425-7396-D014297A8C64}"/>
              </a:ext>
            </a:extLst>
          </p:cNvPr>
          <p:cNvSpPr>
            <a:spLocks noGrp="1"/>
          </p:cNvSpPr>
          <p:nvPr>
            <p:ph type="title"/>
          </p:nvPr>
        </p:nvSpPr>
        <p:spPr/>
        <p:txBody>
          <a:bodyPr/>
          <a:lstStyle/>
          <a:p>
            <a:r>
              <a:rPr lang="en-US" altLang="zh-CN" dirty="0" err="1"/>
              <a:t>CMake</a:t>
            </a:r>
            <a:r>
              <a:rPr lang="zh-CN" altLang="en-US" dirty="0"/>
              <a:t>插件中的</a:t>
            </a:r>
            <a:r>
              <a:rPr lang="en-US" altLang="zh-CN" dirty="0"/>
              <a:t>Workflow </a:t>
            </a:r>
            <a:r>
              <a:rPr lang="zh-CN" altLang="en-US" dirty="0"/>
              <a:t>点了没反应</a:t>
            </a:r>
            <a:endParaRPr lang="en-US" dirty="0"/>
          </a:p>
        </p:txBody>
      </p:sp>
      <p:pic>
        <p:nvPicPr>
          <p:cNvPr id="5" name="Picture 4">
            <a:extLst>
              <a:ext uri="{FF2B5EF4-FFF2-40B4-BE49-F238E27FC236}">
                <a16:creationId xmlns:a16="http://schemas.microsoft.com/office/drawing/2014/main" id="{B2D1FE59-800A-4E0E-D58C-F2EE1FF6F748}"/>
              </a:ext>
            </a:extLst>
          </p:cNvPr>
          <p:cNvPicPr>
            <a:picLocks noChangeAspect="1"/>
          </p:cNvPicPr>
          <p:nvPr/>
        </p:nvPicPr>
        <p:blipFill>
          <a:blip r:embed="rId3"/>
          <a:stretch>
            <a:fillRect/>
          </a:stretch>
        </p:blipFill>
        <p:spPr>
          <a:xfrm>
            <a:off x="2592924" y="2052734"/>
            <a:ext cx="8819668" cy="4426350"/>
          </a:xfrm>
          <a:prstGeom prst="rect">
            <a:avLst/>
          </a:prstGeom>
        </p:spPr>
      </p:pic>
    </p:spTree>
    <p:extLst>
      <p:ext uri="{BB962C8B-B14F-4D97-AF65-F5344CB8AC3E}">
        <p14:creationId xmlns:p14="http://schemas.microsoft.com/office/powerpoint/2010/main" val="8195675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B8045-9354-119B-86A2-95317B1F24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3DA73-935D-9A7D-8D16-9338A31912E8}"/>
              </a:ext>
            </a:extLst>
          </p:cNvPr>
          <p:cNvSpPr>
            <a:spLocks noGrp="1"/>
          </p:cNvSpPr>
          <p:nvPr>
            <p:ph type="title"/>
          </p:nvPr>
        </p:nvSpPr>
        <p:spPr/>
        <p:txBody>
          <a:bodyPr/>
          <a:lstStyle/>
          <a:p>
            <a:r>
              <a:rPr lang="zh-CN" altLang="en-US" dirty="0"/>
              <a:t>如何在本地运行</a:t>
            </a:r>
            <a:r>
              <a:rPr lang="en-US" altLang="zh-CN" dirty="0"/>
              <a:t>KiCad</a:t>
            </a:r>
            <a:r>
              <a:rPr lang="zh-CN" altLang="en-US" dirty="0"/>
              <a:t>代码规范检查</a:t>
            </a:r>
            <a:endParaRPr lang="en-US" dirty="0"/>
          </a:p>
        </p:txBody>
      </p:sp>
      <p:pic>
        <p:nvPicPr>
          <p:cNvPr id="4" name="Picture 3">
            <a:extLst>
              <a:ext uri="{FF2B5EF4-FFF2-40B4-BE49-F238E27FC236}">
                <a16:creationId xmlns:a16="http://schemas.microsoft.com/office/drawing/2014/main" id="{4D77CE00-2E39-A117-3F92-613FBBCC5D71}"/>
              </a:ext>
            </a:extLst>
          </p:cNvPr>
          <p:cNvPicPr>
            <a:picLocks noChangeAspect="1"/>
          </p:cNvPicPr>
          <p:nvPr/>
        </p:nvPicPr>
        <p:blipFill>
          <a:blip r:embed="rId3"/>
          <a:stretch>
            <a:fillRect/>
          </a:stretch>
        </p:blipFill>
        <p:spPr>
          <a:xfrm>
            <a:off x="2592924" y="1838131"/>
            <a:ext cx="8842656" cy="4490864"/>
          </a:xfrm>
          <a:prstGeom prst="rect">
            <a:avLst/>
          </a:prstGeom>
        </p:spPr>
      </p:pic>
    </p:spTree>
    <p:extLst>
      <p:ext uri="{BB962C8B-B14F-4D97-AF65-F5344CB8AC3E}">
        <p14:creationId xmlns:p14="http://schemas.microsoft.com/office/powerpoint/2010/main" val="37882945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70985-880E-FE3D-B3A6-540B938DA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934E1-35F8-E013-28EF-29AF6C9775C0}"/>
              </a:ext>
            </a:extLst>
          </p:cNvPr>
          <p:cNvSpPr>
            <a:spLocks noGrp="1"/>
          </p:cNvSpPr>
          <p:nvPr>
            <p:ph type="title"/>
          </p:nvPr>
        </p:nvSpPr>
        <p:spPr>
          <a:xfrm>
            <a:off x="4880664" y="3249969"/>
            <a:ext cx="2586935" cy="514350"/>
          </a:xfrm>
        </p:spPr>
        <p:txBody>
          <a:bodyPr>
            <a:normAutofit fontScale="90000"/>
          </a:bodyPr>
          <a:lstStyle/>
          <a:p>
            <a:r>
              <a:rPr lang="zh-CN" altLang="en-US" dirty="0"/>
              <a:t>问题定位篇</a:t>
            </a:r>
            <a:endParaRPr lang="en-US" dirty="0"/>
          </a:p>
        </p:txBody>
      </p:sp>
      <p:sp>
        <p:nvSpPr>
          <p:cNvPr id="9" name="AutoShape 2" descr="18,062,400+ Prepared Stock Photos, Pictures &amp; Royalty-Free Images ...">
            <a:extLst>
              <a:ext uri="{FF2B5EF4-FFF2-40B4-BE49-F238E27FC236}">
                <a16:creationId xmlns:a16="http://schemas.microsoft.com/office/drawing/2014/main" id="{C6B63361-E458-C30C-5BF9-D4549D6DCE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546855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EC5B7-FFF4-B479-0ACA-B795C7285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DCA03-103D-891C-3815-52AF3879C521}"/>
              </a:ext>
            </a:extLst>
          </p:cNvPr>
          <p:cNvSpPr>
            <a:spLocks noGrp="1"/>
          </p:cNvSpPr>
          <p:nvPr>
            <p:ph type="title"/>
          </p:nvPr>
        </p:nvSpPr>
        <p:spPr/>
        <p:txBody>
          <a:bodyPr/>
          <a:lstStyle/>
          <a:p>
            <a:r>
              <a:rPr lang="en-US" dirty="0"/>
              <a:t>Windows Task Manager</a:t>
            </a:r>
          </a:p>
        </p:txBody>
      </p:sp>
      <p:pic>
        <p:nvPicPr>
          <p:cNvPr id="8" name="Picture 7">
            <a:extLst>
              <a:ext uri="{FF2B5EF4-FFF2-40B4-BE49-F238E27FC236}">
                <a16:creationId xmlns:a16="http://schemas.microsoft.com/office/drawing/2014/main" id="{C26D9311-AB8A-7232-BC2A-262987AAF2E9}"/>
              </a:ext>
            </a:extLst>
          </p:cNvPr>
          <p:cNvPicPr>
            <a:picLocks noChangeAspect="1"/>
          </p:cNvPicPr>
          <p:nvPr/>
        </p:nvPicPr>
        <p:blipFill>
          <a:blip r:embed="rId3"/>
          <a:stretch>
            <a:fillRect/>
          </a:stretch>
        </p:blipFill>
        <p:spPr>
          <a:xfrm>
            <a:off x="2592924" y="1798770"/>
            <a:ext cx="8258691" cy="4751319"/>
          </a:xfrm>
          <a:prstGeom prst="rect">
            <a:avLst/>
          </a:prstGeom>
        </p:spPr>
      </p:pic>
    </p:spTree>
    <p:extLst>
      <p:ext uri="{BB962C8B-B14F-4D97-AF65-F5344CB8AC3E}">
        <p14:creationId xmlns:p14="http://schemas.microsoft.com/office/powerpoint/2010/main" val="20974839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F2CC7-F54C-959B-DA08-7C74B04F6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401DD-94DF-0BB3-6B18-A49E1FCA03AE}"/>
              </a:ext>
            </a:extLst>
          </p:cNvPr>
          <p:cNvSpPr>
            <a:spLocks noGrp="1"/>
          </p:cNvSpPr>
          <p:nvPr>
            <p:ph type="title"/>
          </p:nvPr>
        </p:nvSpPr>
        <p:spPr/>
        <p:txBody>
          <a:bodyPr/>
          <a:lstStyle/>
          <a:p>
            <a:r>
              <a:rPr lang="en-US" dirty="0"/>
              <a:t>Dependencies Walker</a:t>
            </a:r>
          </a:p>
        </p:txBody>
      </p:sp>
      <p:pic>
        <p:nvPicPr>
          <p:cNvPr id="4" name="Picture 3">
            <a:extLst>
              <a:ext uri="{FF2B5EF4-FFF2-40B4-BE49-F238E27FC236}">
                <a16:creationId xmlns:a16="http://schemas.microsoft.com/office/drawing/2014/main" id="{3E3DB773-2615-97E0-1297-6E7C4E5EC642}"/>
              </a:ext>
            </a:extLst>
          </p:cNvPr>
          <p:cNvPicPr>
            <a:picLocks noChangeAspect="1"/>
          </p:cNvPicPr>
          <p:nvPr/>
        </p:nvPicPr>
        <p:blipFill>
          <a:blip r:embed="rId3"/>
          <a:stretch>
            <a:fillRect/>
          </a:stretch>
        </p:blipFill>
        <p:spPr>
          <a:xfrm>
            <a:off x="2592924" y="1623527"/>
            <a:ext cx="8141522" cy="4217436"/>
          </a:xfrm>
          <a:prstGeom prst="rect">
            <a:avLst/>
          </a:prstGeom>
        </p:spPr>
      </p:pic>
      <p:sp>
        <p:nvSpPr>
          <p:cNvPr id="6" name="TextBox 5">
            <a:extLst>
              <a:ext uri="{FF2B5EF4-FFF2-40B4-BE49-F238E27FC236}">
                <a16:creationId xmlns:a16="http://schemas.microsoft.com/office/drawing/2014/main" id="{DD9BD737-E8E5-A530-4EF5-2C6AF56A719D}"/>
              </a:ext>
            </a:extLst>
          </p:cNvPr>
          <p:cNvSpPr txBox="1"/>
          <p:nvPr/>
        </p:nvSpPr>
        <p:spPr>
          <a:xfrm>
            <a:off x="2592924" y="6233890"/>
            <a:ext cx="6097554" cy="369332"/>
          </a:xfrm>
          <a:prstGeom prst="rect">
            <a:avLst/>
          </a:prstGeom>
          <a:noFill/>
        </p:spPr>
        <p:txBody>
          <a:bodyPr wrap="square">
            <a:spAutoFit/>
          </a:bodyPr>
          <a:lstStyle/>
          <a:p>
            <a:r>
              <a:rPr lang="en-US" dirty="0"/>
              <a:t>https://github.com/lucasg/Dependencies</a:t>
            </a:r>
          </a:p>
        </p:txBody>
      </p:sp>
    </p:spTree>
    <p:extLst>
      <p:ext uri="{BB962C8B-B14F-4D97-AF65-F5344CB8AC3E}">
        <p14:creationId xmlns:p14="http://schemas.microsoft.com/office/powerpoint/2010/main" val="32346850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E6254-0E8C-599A-9CA2-8AF832CC8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D61FF-2D47-A333-68BD-3F6CEB841621}"/>
              </a:ext>
            </a:extLst>
          </p:cNvPr>
          <p:cNvSpPr>
            <a:spLocks noGrp="1"/>
          </p:cNvSpPr>
          <p:nvPr>
            <p:ph type="title"/>
          </p:nvPr>
        </p:nvSpPr>
        <p:spPr>
          <a:xfrm>
            <a:off x="4880664" y="3249969"/>
            <a:ext cx="2586935" cy="514350"/>
          </a:xfrm>
        </p:spPr>
        <p:txBody>
          <a:bodyPr>
            <a:normAutofit fontScale="90000"/>
          </a:bodyPr>
          <a:lstStyle/>
          <a:p>
            <a:r>
              <a:rPr lang="en-US" dirty="0"/>
              <a:t>KiCad</a:t>
            </a:r>
            <a:r>
              <a:rPr lang="zh-CN" altLang="en-US" dirty="0"/>
              <a:t>的软件架构</a:t>
            </a:r>
            <a:endParaRPr lang="en-US" dirty="0"/>
          </a:p>
        </p:txBody>
      </p:sp>
      <p:sp>
        <p:nvSpPr>
          <p:cNvPr id="9" name="AutoShape 2" descr="18,062,400+ Prepared Stock Photos, Pictures &amp; Royalty-Free Images ...">
            <a:extLst>
              <a:ext uri="{FF2B5EF4-FFF2-40B4-BE49-F238E27FC236}">
                <a16:creationId xmlns:a16="http://schemas.microsoft.com/office/drawing/2014/main" id="{1CDC3879-0CC2-4CD4-ACB4-440D290E8AD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E17D42DB-244A-51D1-23B7-E4D21E7C8AD7}"/>
              </a:ext>
            </a:extLst>
          </p:cNvPr>
          <p:cNvSpPr txBox="1"/>
          <p:nvPr/>
        </p:nvSpPr>
        <p:spPr>
          <a:xfrm>
            <a:off x="1487615" y="6377338"/>
            <a:ext cx="6096000" cy="369332"/>
          </a:xfrm>
          <a:prstGeom prst="rect">
            <a:avLst/>
          </a:prstGeom>
          <a:noFill/>
        </p:spPr>
        <p:txBody>
          <a:bodyPr wrap="square">
            <a:spAutoFit/>
          </a:bodyPr>
          <a:lstStyle/>
          <a:p>
            <a:r>
              <a:rPr lang="en-US" dirty="0"/>
              <a:t>https://2021.desosa.nl/projects/kicad/</a:t>
            </a:r>
          </a:p>
        </p:txBody>
      </p:sp>
    </p:spTree>
    <p:extLst>
      <p:ext uri="{BB962C8B-B14F-4D97-AF65-F5344CB8AC3E}">
        <p14:creationId xmlns:p14="http://schemas.microsoft.com/office/powerpoint/2010/main" val="15871689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62AE6-4CC3-C249-2521-CAF43A263E0C}"/>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D4978CCF-2523-9475-42E4-0373444EC2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8113" y="1200150"/>
            <a:ext cx="4295775" cy="445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29574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D41D4-7FC4-4DA1-7D6D-8FD2F473FB0B}"/>
            </a:ext>
          </a:extLst>
        </p:cNvPr>
        <p:cNvGrpSpPr/>
        <p:nvPr/>
      </p:nvGrpSpPr>
      <p:grpSpPr>
        <a:xfrm>
          <a:off x="0" y="0"/>
          <a:ext cx="0" cy="0"/>
          <a:chOff x="0" y="0"/>
          <a:chExt cx="0" cy="0"/>
        </a:xfrm>
      </p:grpSpPr>
      <p:pic>
        <p:nvPicPr>
          <p:cNvPr id="8" name="Picture 2">
            <a:extLst>
              <a:ext uri="{FF2B5EF4-FFF2-40B4-BE49-F238E27FC236}">
                <a16:creationId xmlns:a16="http://schemas.microsoft.com/office/drawing/2014/main" id="{BF001CC6-A2E2-29E7-A2D0-C3CEAC9E1A4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910944" y="1350510"/>
            <a:ext cx="8319604" cy="4159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68966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FE51F-04EB-8DD1-2121-795BE08AC841}"/>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C3630E98-7A6A-1AD2-326B-863383584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4788" y="0"/>
            <a:ext cx="67008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8227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F02F2-2A17-9AD4-C99E-8AC3D6FDA927}"/>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905C18B0-B7C4-8050-80B3-A8853C243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9488" y="2757488"/>
            <a:ext cx="5153025"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48981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B0547-D7FD-E29C-71B4-A3F2314725ED}"/>
            </a:ext>
          </a:extLst>
        </p:cNvPr>
        <p:cNvGrpSpPr/>
        <p:nvPr/>
      </p:nvGrpSpPr>
      <p:grpSpPr>
        <a:xfrm>
          <a:off x="0" y="0"/>
          <a:ext cx="0" cy="0"/>
          <a:chOff x="0" y="0"/>
          <a:chExt cx="0" cy="0"/>
        </a:xfrm>
      </p:grpSpPr>
      <p:pic>
        <p:nvPicPr>
          <p:cNvPr id="7170" name="Picture 2">
            <a:extLst>
              <a:ext uri="{FF2B5EF4-FFF2-40B4-BE49-F238E27FC236}">
                <a16:creationId xmlns:a16="http://schemas.microsoft.com/office/drawing/2014/main" id="{DB0EF322-B9C7-C603-5C2F-1BC7FD4976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1813" y="1538288"/>
            <a:ext cx="6048375"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6341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16D7B-8AD6-B7B7-50A7-36DA963C676F}"/>
            </a:ext>
          </a:extLst>
        </p:cNvPr>
        <p:cNvGrpSpPr/>
        <p:nvPr/>
      </p:nvGrpSpPr>
      <p:grpSpPr>
        <a:xfrm>
          <a:off x="0" y="0"/>
          <a:ext cx="0" cy="0"/>
          <a:chOff x="0" y="0"/>
          <a:chExt cx="0" cy="0"/>
        </a:xfrm>
      </p:grpSpPr>
      <p:pic>
        <p:nvPicPr>
          <p:cNvPr id="8194" name="Picture 2">
            <a:extLst>
              <a:ext uri="{FF2B5EF4-FFF2-40B4-BE49-F238E27FC236}">
                <a16:creationId xmlns:a16="http://schemas.microsoft.com/office/drawing/2014/main" id="{E2013E52-C977-3A66-05D6-9012940CB5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9863" y="1847850"/>
            <a:ext cx="6772275" cy="316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70780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173A5-26B3-79D6-1CCC-2333E7284B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E0D7F-2A2B-B56C-E66A-317F919E42ED}"/>
              </a:ext>
            </a:extLst>
          </p:cNvPr>
          <p:cNvSpPr>
            <a:spLocks noGrp="1"/>
          </p:cNvSpPr>
          <p:nvPr>
            <p:ph type="title"/>
          </p:nvPr>
        </p:nvSpPr>
        <p:spPr>
          <a:xfrm>
            <a:off x="4880664" y="3249969"/>
            <a:ext cx="2586935" cy="514350"/>
          </a:xfrm>
        </p:spPr>
        <p:txBody>
          <a:bodyPr>
            <a:normAutofit fontScale="90000"/>
          </a:bodyPr>
          <a:lstStyle/>
          <a:p>
            <a:r>
              <a:rPr lang="en-US" altLang="zh-CN" dirty="0"/>
              <a:t>RoadMap</a:t>
            </a:r>
            <a:r>
              <a:rPr lang="zh-CN" altLang="en-US" dirty="0"/>
              <a:t>篇</a:t>
            </a:r>
            <a:endParaRPr lang="en-US" dirty="0"/>
          </a:p>
        </p:txBody>
      </p:sp>
      <p:sp>
        <p:nvSpPr>
          <p:cNvPr id="9" name="AutoShape 2" descr="18,062,400+ Prepared Stock Photos, Pictures &amp; Royalty-Free Images ...">
            <a:extLst>
              <a:ext uri="{FF2B5EF4-FFF2-40B4-BE49-F238E27FC236}">
                <a16:creationId xmlns:a16="http://schemas.microsoft.com/office/drawing/2014/main" id="{98D8BA4C-269D-C70F-0F74-0098B74AFC3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8881709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3241</TotalTime>
  <Words>3520</Words>
  <Application>Microsoft Office PowerPoint</Application>
  <PresentationFormat>Widescreen</PresentationFormat>
  <Paragraphs>310</Paragraphs>
  <Slides>71</Slides>
  <Notes>65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71</vt:i4>
      </vt:variant>
    </vt:vector>
  </HeadingPairs>
  <TitlesOfParts>
    <vt:vector size="82" baseType="lpstr">
      <vt:lpstr>Arial Unicode MS</vt:lpstr>
      <vt:lpstr>ui-sans-serif</vt:lpstr>
      <vt:lpstr>Arial</vt:lpstr>
      <vt:lpstr>Calibri</vt:lpstr>
      <vt:lpstr>Century Gothic</vt:lpstr>
      <vt:lpstr>Consolas</vt:lpstr>
      <vt:lpstr>Lato</vt:lpstr>
      <vt:lpstr>Segoe UI</vt:lpstr>
      <vt:lpstr>Titillium Web</vt:lpstr>
      <vt:lpstr>Wingdings 3</vt:lpstr>
      <vt:lpstr>Wisp</vt:lpstr>
      <vt:lpstr>PowerPoint Presentation</vt:lpstr>
      <vt:lpstr>KiCad简介</vt:lpstr>
      <vt:lpstr>PowerPoint Presentation</vt:lpstr>
      <vt:lpstr>PowerPoint Presentation</vt:lpstr>
      <vt:lpstr>KiCad源码概览</vt:lpstr>
      <vt:lpstr>在哪里可以获取KiCad源码</vt:lpstr>
      <vt:lpstr>PowerPoint Presentation</vt:lpstr>
      <vt:lpstr>PowerPoint Presentation</vt:lpstr>
      <vt:lpstr>当你尝试从源码编译KiCad</vt:lpstr>
      <vt:lpstr>准备工作</vt:lpstr>
      <vt:lpstr>硬件配置</vt:lpstr>
      <vt:lpstr>操作系统配置</vt:lpstr>
      <vt:lpstr>务必开启UTF-8编码</vt:lpstr>
      <vt:lpstr>PowerPoint Presentation</vt:lpstr>
      <vt:lpstr>PowerPoint Presentation</vt:lpstr>
      <vt:lpstr>编译器篇</vt:lpstr>
      <vt:lpstr>编译器功能简介</vt:lpstr>
      <vt:lpstr>C++三大主流编译器</vt:lpstr>
      <vt:lpstr>安装MVSC编译器及注意事项</vt:lpstr>
      <vt:lpstr>安装MVSC编译器及注意事项</vt:lpstr>
      <vt:lpstr>编辑器篇</vt:lpstr>
      <vt:lpstr>Windows下各款C++编辑器对比</vt:lpstr>
      <vt:lpstr>VSCODE及其CMAKE插件安装</vt:lpstr>
      <vt:lpstr>版本控制篇</vt:lpstr>
      <vt:lpstr>版本控制工具介绍</vt:lpstr>
      <vt:lpstr>Git安装配置步骤</vt:lpstr>
      <vt:lpstr>依赖管理篇</vt:lpstr>
      <vt:lpstr>主流C++依赖管理工具介绍</vt:lpstr>
      <vt:lpstr>vcpkg功能概览</vt:lpstr>
      <vt:lpstr>conan功能概览</vt:lpstr>
      <vt:lpstr>Vcpkg安装与配置</vt:lpstr>
      <vt:lpstr>构建自动化篇</vt:lpstr>
      <vt:lpstr>Cmake简介</vt:lpstr>
      <vt:lpstr>Cmake安装配置步骤</vt:lpstr>
      <vt:lpstr>Ninja安装配置步骤</vt:lpstr>
      <vt:lpstr>Ninja简介</vt:lpstr>
      <vt:lpstr>KiCad的构建选项</vt:lpstr>
      <vt:lpstr>Scripting篇</vt:lpstr>
      <vt:lpstr>SWIG简介</vt:lpstr>
      <vt:lpstr>SWIG简介</vt:lpstr>
      <vt:lpstr>SWIG安装配置步骤</vt:lpstr>
      <vt:lpstr>环境变量篇</vt:lpstr>
      <vt:lpstr>编译KiCad需要手动添加的PATH变量</vt:lpstr>
      <vt:lpstr>VCPKG_ROOT</vt:lpstr>
      <vt:lpstr>使用VS2022构建KiCad</vt:lpstr>
      <vt:lpstr>在VS2022 x64开发者命令行中启动vscode</vt:lpstr>
      <vt:lpstr>使用正确位置下合适版本的vcpkg</vt:lpstr>
      <vt:lpstr>从CMakePresets.sample创建cmake配置</vt:lpstr>
      <vt:lpstr>在vscode中运行cmake workflow</vt:lpstr>
      <vt:lpstr>运行post_build.ps1安装所有运行时依赖</vt:lpstr>
      <vt:lpstr>运行post_build.ps1安装所有运行时依赖</vt:lpstr>
      <vt:lpstr>FAQ篇</vt:lpstr>
      <vt:lpstr>如何配置git代理</vt:lpstr>
      <vt:lpstr>如何配置VCPKG代理</vt:lpstr>
      <vt:lpstr>如何配置VCPKG代理</vt:lpstr>
      <vt:lpstr>如何加快构建速度</vt:lpstr>
      <vt:lpstr>如何加快构建速度</vt:lpstr>
      <vt:lpstr>只是改了不相关的文件却还是重构</vt:lpstr>
      <vt:lpstr>CMake插件中的Workflow 点了没反应</vt:lpstr>
      <vt:lpstr>如何在本地运行KiCad代码规范检查</vt:lpstr>
      <vt:lpstr>问题定位篇</vt:lpstr>
      <vt:lpstr>Windows Task Manager</vt:lpstr>
      <vt:lpstr>Dependencies Walker</vt:lpstr>
      <vt:lpstr>KiCad的软件架构</vt:lpstr>
      <vt:lpstr>PowerPoint Presentation</vt:lpstr>
      <vt:lpstr>PowerPoint Presentation</vt:lpstr>
      <vt:lpstr>PowerPoint Presentation</vt:lpstr>
      <vt:lpstr>PowerPoint Presentation</vt:lpstr>
      <vt:lpstr>PowerPoint Presentation</vt:lpstr>
      <vt:lpstr>PowerPoint Presentation</vt:lpstr>
      <vt:lpstr>RoadMap篇</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ECAD Viewer Development and Integration Insights: A Journey Through the Open Source Community </dc:title>
  <dc:creator>钱 良铁</dc:creator>
  <cp:lastModifiedBy>Ethan Chien</cp:lastModifiedBy>
  <cp:revision>680</cp:revision>
  <dcterms:created xsi:type="dcterms:W3CDTF">2024-11-02T18:21:35Z</dcterms:created>
  <dcterms:modified xsi:type="dcterms:W3CDTF">2025-03-27T11:20:55Z</dcterms:modified>
</cp:coreProperties>
</file>